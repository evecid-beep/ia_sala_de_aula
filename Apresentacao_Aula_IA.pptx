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2" r:id="rId4"/>
  </p:sldMasterIdLst>
  <p:notesMasterIdLst>
    <p:notesMasterId r:id="rId13"/>
  </p:notesMasterIdLst>
  <p:handoutMasterIdLst>
    <p:handoutMasterId r:id="rId14"/>
  </p:handoutMasterIdLst>
  <p:sldIdLst>
    <p:sldId id="2561" r:id="rId5"/>
    <p:sldId id="2562" r:id="rId6"/>
    <p:sldId id="2563" r:id="rId7"/>
    <p:sldId id="2564" r:id="rId8"/>
    <p:sldId id="2565" r:id="rId9"/>
    <p:sldId id="2566" r:id="rId10"/>
    <p:sldId id="2567" r:id="rId11"/>
    <p:sldId id="2568" r:id="rId12"/>
  </p:sldIdLst>
  <p:sldSz cx="12192000" cy="6858000"/>
  <p:notesSz cx="6858000" cy="9144000"/>
  <p:defaultTex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ação e Representações Visuais" id="{10BE87C1-1954-43FE-86E1-8DB0574E6ABB}">
          <p14:sldIdLst>
            <p14:sldId id="2561"/>
          </p14:sldIdLst>
        </p14:section>
        <p14:section name="Fundamentos de Frações e Representações Visuais" id="{FC7293DA-55DA-4902-9F1D-43CAE26165CD}">
          <p14:sldIdLst>
            <p14:sldId id="2562"/>
            <p14:sldId id="2563"/>
            <p14:sldId id="2564"/>
            <p14:sldId id="2565"/>
            <p14:sldId id="2566"/>
            <p14:sldId id="2567"/>
            <p14:sldId id="256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594147-86BF-4D2C-91C0-3E0504F7CB8E}" v="9" dt="2026-02-01T01:52:47.7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16" autoAdjust="0"/>
    <p:restoredTop sz="94720"/>
  </p:normalViewPr>
  <p:slideViewPr>
    <p:cSldViewPr showGuides="1">
      <p:cViewPr varScale="1">
        <p:scale>
          <a:sx n="83" d="100"/>
          <a:sy n="83" d="100"/>
        </p:scale>
        <p:origin x="567" y="54"/>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87" d="100"/>
          <a:sy n="87" d="100"/>
        </p:scale>
        <p:origin x="700"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dirty="0"/>
          </a:p>
        </p:txBody>
      </p:sp>
      <p:sp>
        <p:nvSpPr>
          <p:cNvPr id="3" name="Espaço Reservado para Data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223FF85-4E34-4546-B772-76DFA4A6051B}" type="datetimeFigureOut">
              <a:rPr lang="en-US" smtClean="0"/>
              <a:t>1/31/2026</a:t>
            </a:fld>
            <a:endParaRPr lang="en-US" dirty="0"/>
          </a:p>
        </p:txBody>
      </p:sp>
      <p:sp>
        <p:nvSpPr>
          <p:cNvPr id="4" name="Espaço Reservado para Rodapé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dirty="0"/>
          </a:p>
        </p:txBody>
      </p:sp>
      <p:sp>
        <p:nvSpPr>
          <p:cNvPr id="5" name="Espaço Reservado para o Número do Slide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1BF7180-4EDD-4E08-9775-7398C11D66ED}" type="slidenum">
              <a:rPr lang="en-US" smtClean="0"/>
              <a:t>‹nº›</a:t>
            </a:fld>
            <a:endParaRPr lang="en-US" dirty="0"/>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dirty="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B5CC398-6116-4BD2-9FAD-9822FDA158BE}" type="datetimeFigureOut">
              <a:rPr lang="en-US" smtClean="0"/>
              <a:t>1/31/2026</a:t>
            </a:fld>
            <a:endParaRPr lang="en-US" dirty="0"/>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dirty="0"/>
          </a:p>
        </p:txBody>
      </p:sp>
      <p:sp>
        <p:nvSpPr>
          <p:cNvPr id="5" name="Espaço Reservado para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dirty="0"/>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8EFF46E-6B43-41F9-9272-B566D03A251C}" type="slidenum">
              <a:rPr lang="en-US" smtClean="0"/>
              <a:t>‹nº›</a:t>
            </a:fld>
            <a:endParaRPr lang="en-US" dirty="0"/>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Os conteúdos gerados por IA poderão estar incorretos.
---
</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a:t>
            </a:fld>
            <a:endParaRPr lang="en-US" dirty="0"/>
          </a:p>
        </p:txBody>
      </p:sp>
    </p:spTree>
    <p:extLst>
      <p:ext uri="{BB962C8B-B14F-4D97-AF65-F5344CB8AC3E}">
        <p14:creationId xmlns:p14="http://schemas.microsoft.com/office/powerpoint/2010/main" val="3166075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Este diapositivo referencia informações do seguinte ficheiro: https://fiapcom-my.sharepoint.com/personal/pf0710_fiap_com_br/_layouts/15/Doc.aspx?sourcedoc=%7B23AA699F-1508-43AC-8036-067F6A2920F9%7D&amp;file=Plano%20de%20Aula.docx&amp;action=default&amp;mobileredirect=true
Conceito de Fração e sua Relevância no Cotidiano, Numerador, Denominador e Representação Simbólica, Representações Visuais e Construção do Significado Matemático, Atividades Práticas e Colaborativas com Frações, Recursos Digitais e Visualização Dinâmica de Frações, Comparação, Equivalência e Consolidação Conceitual
</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2</a:t>
            </a:fld>
            <a:endParaRPr lang="en-US" dirty="0"/>
          </a:p>
        </p:txBody>
      </p:sp>
    </p:spTree>
    <p:extLst>
      <p:ext uri="{BB962C8B-B14F-4D97-AF65-F5344CB8AC3E}">
        <p14:creationId xmlns:p14="http://schemas.microsoft.com/office/powerpoint/2010/main" val="4187922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Este diapositivo referencia informações do seguinte ficheiro: https://fiapcom-my.sharepoint.com/personal/pf0710_fiap_com_br/_layouts/15/Doc.aspx?sourcedoc=%7B23AA699F-1508-43AC-8036-067F6A2920F9%7D&amp;file=Plano%20de%20Aula.docx&amp;action=default&amp;mobileredirect=true
O conceito de fração desempenha um papel fundamental na formação matemática dos estudantes do 6º ano, especialmente porque conecta experiências concretas do cotidiano com representações simbólicas mais abstratas. Uma fração representa partes iguais de um todo, e essa relação aparece em diversas situações reais, como dividir uma pizza entre amigos, medir o tempo em meia hora ou até mesmo ao distribuir materiais escolares em porções iguais. Essa vivência cotidiana é crucial para que o aluno compreenda que fração não é apenas um número, mas uma representação de uma divisão equilibrada. A construção desse entendimento exige que o estudante consiga identificar o todo, reconhecer sua divisão em partes iguais e compreender qual porção está sendo considerada — processo no qual o numerador e o denominador assumem papéis essenciais. Além disso, a transição do pensamento concreto para o abstrato, característica dessa faixa etária, reforça a necessidade de utilizar métodos visuais e manipulativos para apoiar a aprendizagem. Estudos pedagógicos mostram que a combinação de linguagem visual, exemplos contextualizados e atividades práticas torna o aprendizado mais significativo e colaborativo. Outro ponto relevante é que as frações aparecem com frequência em representações gráficas e problemas cotidianos, o que reforça a importância de trabalhar essa habilidade desde cedo. Ao entender frações visualmente antes de manipular algoritmos numéricos, o aluno desenvolve maior segurança, reduz frustrações e cria bases sólidas para conteúdos mais complexos, como porcentagens, proporções e operações com frações. Essa abordagem integrada garante não apenas uma aprendizagem mais acessível, mas também promove o raciocínio lógico, a interpretação simbólica e a autonomia matemática.
</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3</a:t>
            </a:fld>
            <a:endParaRPr lang="en-US" dirty="0"/>
          </a:p>
        </p:txBody>
      </p:sp>
    </p:spTree>
    <p:extLst>
      <p:ext uri="{BB962C8B-B14F-4D97-AF65-F5344CB8AC3E}">
        <p14:creationId xmlns:p14="http://schemas.microsoft.com/office/powerpoint/2010/main" val="3877094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Este diapositivo referencia informações do seguinte ficheiro: https://fiapcom-my.sharepoint.com/personal/pf0710_fiap_com_br/_layouts/15/Doc.aspx?sourcedoc=%7B23AA699F-1508-43AC-8036-067F6A2920F9%7D&amp;file=Plano%20de%20Aula.docx&amp;action=default&amp;mobileredirect=true
A escrita de uma fração com numerador e denominador é a forma simbólica que torna possível representar matematicamente a relação entre a parte e o todo. O denominador indica em quantas partes iguais o objeto, figura ou conjunto foi dividido, enquanto o numerador especifica quantas dessas partes estão sendo consideradas. Embora essa estrutura pareça simples para um adulto, para estudantes do 6º ano ela envolve uma compreensão conceitual profunda: é necessário identificar corretamente o todo, observar sua divisão e relacionar cada parte à fração correspondente. Esse processo se torna mais intuitivo quando associado a representações visuais, como retângulos divididos, modelos de pizzas, barras fracionárias ou materiais concretos. Por exemplo, ao dividir um retângulo em quatro partes iguais e sombrear apenas uma, o aluno visualiza claramente o significado da fração 1/4. O uso dessas imagens ajuda a reforçar a ideia de igualdade entre as partes, evitando concepções equivocadas, como achar que frações diferentes sempre representam porções maiores ou menores apenas pelo valor numérico dos termos. Outro aspecto relevante consiste na compreensão de frações equivalentes, como 1/2 e 2/4, que podem ser exploradas visualmente para que o aluno identifique semelhanças. Além disso, atividades práticas envolvendo a identificação de numeradores e denominadores fortalecem a habilidade de leitura simbólica necessária para níveis posteriores da Matemática. Assim, trabalhar com esse conteúdo de forma visual, simbólica e contextualizada desenvolve habilidades de interpretação, comparação e análise, essenciais para o avanço das competências matemáticas do estudante.
</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4</a:t>
            </a:fld>
            <a:endParaRPr lang="en-US" dirty="0"/>
          </a:p>
        </p:txBody>
      </p:sp>
    </p:spTree>
    <p:extLst>
      <p:ext uri="{BB962C8B-B14F-4D97-AF65-F5344CB8AC3E}">
        <p14:creationId xmlns:p14="http://schemas.microsoft.com/office/powerpoint/2010/main" val="2186733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Este diapositivo referencia informações do seguinte ficheiro: https://fiapcom-my.sharepoint.com/personal/pf0710_fiap_com_br/_layouts/15/Doc.aspx?sourcedoc=%7B23AA699F-1508-43AC-8036-067F6A2920F9%7D&amp;file=Plano%20de%20Aula.docx&amp;action=default&amp;mobileredirect=true
As representações visuais desempenham um papel essencial na aprendizagem de frações, pois aproximam os alunos de uma compreensão concreta antes que enfrentem desafios mais abstratos. Quando o estudante observa uma figura dividida em partes iguais, como uma pizza, uma barra ou mesmo um conjunto de objetos distribuídos, ele cria associações mentais entre a imagem e a fração correspondente. Essa estratégia é especialmente eficaz porque reduz a carga cognitiva e permite que os estudantes percebam proporções e relações de forma intuitiva. A utilização de modalidades visuais variadas também possibilita explorar diferentes concepções da mesma fração — parte de um todo, parte de um conjunto ou ponto em uma reta numérica. Além disso, essas representações ajudam a identificar equivalências, comparar frações e discutir desigualdades, elementos fundamentais do currículo do 6º ano. A exploração de softwares educacionais ou ferramentas digitais amplia ainda mais o potencial pedagógico, pois possibilita manipular as imagens, testar hipóteses e visualizar mudanças dinamicamente. Isso estimula o raciocínio lógico, promove autonomia e favorece o trabalho colaborativo, uma vez que os estudantes podem discutir e justificar suas escolhas com base nas figuras. Como resultado, o uso contínuo de representações visuais fortalece o entendimento conceitual das frações, melhora o desempenho em problemas matemáticos e propicia maior confiança no uso dos símbolos numéricos, criando uma ponte sólida entre o concreto e o abstrato.
</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5</a:t>
            </a:fld>
            <a:endParaRPr lang="en-US" dirty="0"/>
          </a:p>
        </p:txBody>
      </p:sp>
    </p:spTree>
    <p:extLst>
      <p:ext uri="{BB962C8B-B14F-4D97-AF65-F5344CB8AC3E}">
        <p14:creationId xmlns:p14="http://schemas.microsoft.com/office/powerpoint/2010/main" val="470869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Este diapositivo referencia informações do seguinte ficheiro: https://fiapcom-my.sharepoint.com/personal/pf0710_fiap_com_br/_layouts/15/Doc.aspx?sourcedoc=%7B23AA699F-1508-43AC-8036-067F6A2920F9%7D&amp;file=Plano%20de%20Aula.docx&amp;action=default&amp;mobileredirect=true
As atividades práticas oferecem aos estudantes a oportunidade de transformar conceitos abstratos em experiências tangíveis, facilitando a compreensão de frações. Quando os alunos trabalham em grupos para criar desenhos fracionados, manipular materiais ou identificar partes de um todo, desenvolvem habilidades de observação, raciocínio e comunicação matemática. Essas práticas são fundamentais para alunos do 6º ano, pois favorecem a aprendizagem ativa e ampliam a participação, inclusive daqueles que apresentam dificuldades com a linguagem simbólica tradicional. Atividades como dividir retângulos em partes iguais, representar frações escolhidas pelo grupo ou comparar diferentes representações geram discussões matemáticas ricas, nas quais os estudantes argumentam, justificam e constroem significados coletivamente. O uso de papel quadriculado e cores é especialmente útil para garantir precisão nas divisões e facilitar percepções sobre proporcionalidade. Além disso, a colaboração entre os alunos ajuda a desenvolver competências socioemocionais, como cooperação, respeito ao tempo do outro e responsabilidade compartilhada. A mediação do professor é essencial para orientar os estudantes, garantir a divisão correta das partes e incentivar reflexões sobre numerador, denominador e equivalências. Ao final das atividades, apresentar as representações à turma amplia o repertório visual e enriquece o debate. Assim, práticas colaborativas não apenas consolidam o conceito de fração, mas também tornam a aprendizagem mais significativa, prazerosa e acessível para todos.
</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6</a:t>
            </a:fld>
            <a:endParaRPr lang="en-US" dirty="0"/>
          </a:p>
        </p:txBody>
      </p:sp>
    </p:spTree>
    <p:extLst>
      <p:ext uri="{BB962C8B-B14F-4D97-AF65-F5344CB8AC3E}">
        <p14:creationId xmlns:p14="http://schemas.microsoft.com/office/powerpoint/2010/main" val="3888974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Este diapositivo referencia informações do seguinte ficheiro: https://fiapcom-my.sharepoint.com/personal/pf0710_fiap_com_br/_layouts/15/Doc.aspx?sourcedoc=%7B23AA699F-1508-43AC-8036-067F6A2920F9%7D&amp;file=Plano%20de%20Aula.docx&amp;action=default&amp;mobileredirect=true
As tecnologias digitais oferecem novas possibilidades para o ensino de frações, tornando o processo mais interativo, dinâmico e acessível. Ferramentas visuais baseadas em Inteligência Artificial, aplicativos educativos e plataformas com manipulação gráfica permitem que os estudantes explorem frações de maneira mais profunda e personalizada. Ao ajustar dinamicamente o número de partes de uma figura, o aluno consegue visualizar instantaneamente a alteração na fração correspondente, favorecendo a compreensão de proporções e equivalências. Esses recursos também possibilitam comparar frações lado a lado, identificar padrões, testar hipóteses e criar representações próprias. Essa autonomia investigativa fortalece habilidades matemáticas importantes, como estimativa, interpretação e análise crítica. A tecnologia também beneficia diferentes ritmos de aprendizagem: alunos com mais dificuldades podem repetir atividades visualmente até compreenderem, enquanto alunos mais avançados podem explorar desafios extras, como comparar frações não usuais ou criar problemas autorais. No entanto, o uso responsável e pedagógico desses recursos requer orientação docente para garantir foco, segurança digital e relevância para o conteúdo. Quando bem integradas ao planejamento, as ferramentas digitais se tornam aliadas no processo de alfabetização matemática, ajudando os estudantes a construir significado e reconhecer as frações como parte essencial da Matemática e do cotidiano.
</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7</a:t>
            </a:fld>
            <a:endParaRPr lang="en-US" dirty="0"/>
          </a:p>
        </p:txBody>
      </p:sp>
    </p:spTree>
    <p:extLst>
      <p:ext uri="{BB962C8B-B14F-4D97-AF65-F5344CB8AC3E}">
        <p14:creationId xmlns:p14="http://schemas.microsoft.com/office/powerpoint/2010/main" val="3407050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Este diapositivo referencia informações do seguinte ficheiro: https://fiapcom-my.sharepoint.com/personal/pf0710_fiap_com_br/_layouts/15/Doc.aspx?sourcedoc=%7B23AA699F-1508-43AC-8036-067F6A2920F9%7D&amp;file=Plano%20de%20Aula.docx&amp;action=default&amp;mobileredirect=true
Comparar frações é uma etapa essencial no desenvolvimento do raciocínio matemático dos estudantes. A partir de representações visuais, é possível perceber intuitivamente qual fração é maior, menor ou equivalente, sem a necessidade inicial de algoritmos formais. Ao observar duas figuras divididas em partes iguais, mas com quantidades diferentes pintadas, os alunos conseguem relacionar numerador, denominador e área representada. Isso é especialmente útil ao abordar equivalências, como a relação entre 1/2 e 2/4, que se torna evidente quando ambas as representações ocupam a mesma proporção do todo. Esse tipo de análise promove discussões ricas sobre proporcionalidade, divisão equilibrada e significado das frações. A consolidação desse conhecimento ocorre pela repetição variada: comparar pizzas, barras, conjuntos de objetos ou representações digitais. À medida que os estudantes ganham confiança, podem avançar para desafios mais complexos, identificando padrões e justificando oralmente suas conclusões. Essa abordagem integrada contribui para uma compreensão sólida e prepara os alunos para conteúdos futuros, como operações com frações, porcentagens e resolução de problemas contextualizados. Assim, ao utilizar múltiplas estratégias visuais, simbólicas e digitais, o professor garante que cada aluno desenvolva competências matemáticas essenciais para o pensamento lógico e a autonomia acadêmica.
</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8</a:t>
            </a:fld>
            <a:endParaRPr lang="en-US" dirty="0"/>
          </a:p>
        </p:txBody>
      </p:sp>
    </p:spTree>
    <p:extLst>
      <p:ext uri="{BB962C8B-B14F-4D97-AF65-F5344CB8AC3E}">
        <p14:creationId xmlns:p14="http://schemas.microsoft.com/office/powerpoint/2010/main" val="3051727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ítulo com Imagem">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09600" y="606196"/>
            <a:ext cx="4352927" cy="1142277"/>
          </a:xfrm>
        </p:spPr>
        <p:txBody>
          <a:bodyPr vert="horz" lIns="91440" tIns="45720" rIns="91440" bIns="45720" rtlCol="0" anchor="t">
            <a:normAutofit/>
          </a:bodyPr>
          <a:lstStyle>
            <a:lvl1pPr>
              <a:defRPr lang="en-US" sz="3200" dirty="0"/>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7229472" y="606196"/>
            <a:ext cx="4352927" cy="1142277"/>
          </a:xfrm>
        </p:spPr>
        <p:txBody>
          <a:bodyPr vert="horz" lIns="91440" tIns="45720" rIns="91440" bIns="45720" rtlCol="0" anchor="t">
            <a:normAutofit/>
          </a:bodyPr>
          <a:lstStyle>
            <a:lvl1pPr marL="0" indent="0" algn="r">
              <a:lnSpc>
                <a:spcPct val="120000"/>
              </a:lnSpc>
              <a:spcBef>
                <a:spcPts val="0"/>
              </a:spcBef>
              <a:buNone/>
              <a:defRPr lang="en-US" sz="1400" dirty="0"/>
            </a:lvl1pPr>
          </a:lstStyle>
          <a:p>
            <a:pPr lvl="0" rtl="0"/>
            <a:r>
              <a:rPr lang="pt-br"/>
              <a:t>Clique para editar o estilo de subtítulo Mestre</a:t>
            </a:r>
            <a:endParaRPr lang="en-US" dirty="0"/>
          </a:p>
        </p:txBody>
      </p:sp>
      <p:sp>
        <p:nvSpPr>
          <p:cNvPr id="7" name="Espaço Reservado para Data 6">
            <a:extLst>
              <a:ext uri="{FF2B5EF4-FFF2-40B4-BE49-F238E27FC236}">
                <a16:creationId xmlns:a16="http://schemas.microsoft.com/office/drawing/2014/main" id="{F991F941-2D53-CC10-7947-62237A245FE0}"/>
              </a:ext>
            </a:extLst>
          </p:cNvPr>
          <p:cNvSpPr>
            <a:spLocks noGrp="1"/>
          </p:cNvSpPr>
          <p:nvPr>
            <p:ph type="dt" sz="half" idx="14"/>
          </p:nvPr>
        </p:nvSpPr>
        <p:spPr>
          <a:xfrm>
            <a:off x="609600" y="322731"/>
            <a:ext cx="914400" cy="283464"/>
          </a:xfrm>
        </p:spPr>
        <p:txBody>
          <a:bodyPr rtlCol="0" anchor="ctr"/>
          <a:lstStyle/>
          <a:p>
            <a:pPr rtl="0"/>
            <a:r>
              <a:rPr lang="en-US"/>
              <a:t>21/11/2025</a:t>
            </a:r>
            <a:endParaRPr lang="en-US" dirty="0"/>
          </a:p>
        </p:txBody>
      </p:sp>
      <p:sp>
        <p:nvSpPr>
          <p:cNvPr id="8" name="Espaço Reservado para Rodapé 7">
            <a:extLst>
              <a:ext uri="{FF2B5EF4-FFF2-40B4-BE49-F238E27FC236}">
                <a16:creationId xmlns:a16="http://schemas.microsoft.com/office/drawing/2014/main" id="{9A6E6A4C-6C55-068A-43AA-78DB4D1D643B}"/>
              </a:ext>
            </a:extLst>
          </p:cNvPr>
          <p:cNvSpPr>
            <a:spLocks noGrp="1"/>
          </p:cNvSpPr>
          <p:nvPr>
            <p:ph type="ftr" sz="quarter" idx="15"/>
          </p:nvPr>
        </p:nvSpPr>
        <p:spPr>
          <a:xfrm>
            <a:off x="2514600" y="322731"/>
            <a:ext cx="7162800" cy="283464"/>
          </a:xfrm>
        </p:spPr>
        <p:txBody>
          <a:bodyPr rtlCol="0" anchor="ctr"/>
          <a:lstStyle/>
          <a:p>
            <a:pPr rtl="0"/>
            <a:r>
              <a:rPr lang="pt-br"/>
              <a:t>Amostra de Texto de Rodapé</a:t>
            </a:r>
          </a:p>
        </p:txBody>
      </p:sp>
      <p:sp>
        <p:nvSpPr>
          <p:cNvPr id="9" name="Espaço Reservado para o Número do Slide 8">
            <a:extLst>
              <a:ext uri="{FF2B5EF4-FFF2-40B4-BE49-F238E27FC236}">
                <a16:creationId xmlns:a16="http://schemas.microsoft.com/office/drawing/2014/main" id="{C1A2CCFF-14A7-08A8-4465-732CD8928728}"/>
              </a:ext>
            </a:extLst>
          </p:cNvPr>
          <p:cNvSpPr>
            <a:spLocks noGrp="1"/>
          </p:cNvSpPr>
          <p:nvPr>
            <p:ph type="sldNum" sz="quarter" idx="16"/>
          </p:nvPr>
        </p:nvSpPr>
        <p:spPr>
          <a:xfrm>
            <a:off x="10668000" y="322731"/>
            <a:ext cx="914399" cy="283464"/>
          </a:xfrm>
        </p:spPr>
        <p:txBody>
          <a:bodyPr rtlCol="0" anchor="ctr"/>
          <a:lstStyle/>
          <a:p>
            <a:pPr rtl="0"/>
            <a:fld id="{AEAA3239-9EA4-4A65-A281-97F994456D9F}" type="slidenum">
              <a:rPr lang="en-US" smtClean="0"/>
              <a:t>‹nº›</a:t>
            </a:fld>
            <a:endParaRPr lang="en-US" dirty="0"/>
          </a:p>
        </p:txBody>
      </p:sp>
      <p:sp>
        <p:nvSpPr>
          <p:cNvPr id="11" name="Espaço Reservado para Imagem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 y="2132520"/>
            <a:ext cx="10972800" cy="4115880"/>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Tree>
    <p:extLst>
      <p:ext uri="{BB962C8B-B14F-4D97-AF65-F5344CB8AC3E}">
        <p14:creationId xmlns:p14="http://schemas.microsoft.com/office/powerpoint/2010/main" val="6597873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p:txBody>
          <a:bodyPr rtlCol="0" anchor="t"/>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21/11/2025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ítulo com Imagem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7" y="4840225"/>
            <a:ext cx="10963658" cy="799655"/>
          </a:xfrm>
        </p:spPr>
        <p:txBody>
          <a:bodyPr vert="horz" lIns="91440" tIns="45720" rIns="91440" bIns="45720" rtlCol="0" anchor="b">
            <a:normAutofit/>
          </a:bodyPr>
          <a:lstStyle>
            <a:lvl1pPr>
              <a:defRPr lang="en-US" sz="3200" dirty="0"/>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7" y="5845175"/>
            <a:ext cx="10963658" cy="365125"/>
          </a:xfrm>
        </p:spPr>
        <p:txBody>
          <a:bodyPr vert="horz" lIns="91440" tIns="45720" rIns="91440" bIns="45720" rtlCol="0">
            <a:normAutofit/>
          </a:bodyPr>
          <a:lstStyle>
            <a:lvl1pPr marL="0" indent="0">
              <a:buNone/>
              <a:defRPr lang="en-US" sz="1400" dirty="0"/>
            </a:lvl1pPr>
          </a:lstStyle>
          <a:p>
            <a:pPr lvl="0" rtl="0"/>
            <a:r>
              <a:rPr lang="pt-br"/>
              <a:t>Clique para editar o estilo de subtítulo Mestre</a:t>
            </a:r>
            <a:endParaRPr lang="en-US" dirty="0"/>
          </a:p>
        </p:txBody>
      </p:sp>
      <p:sp>
        <p:nvSpPr>
          <p:cNvPr id="7" name="Espaço Reservado para Data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p>
            <a:pPr rtl="0"/>
            <a:r>
              <a:rPr lang="en-US"/>
              <a:t>21/11/2025</a:t>
            </a:r>
            <a:endParaRPr lang="en-US" dirty="0"/>
          </a:p>
        </p:txBody>
      </p:sp>
      <p:sp>
        <p:nvSpPr>
          <p:cNvPr id="8" name="Espaço Reservado para Rodapé 7">
            <a:extLst>
              <a:ext uri="{FF2B5EF4-FFF2-40B4-BE49-F238E27FC236}">
                <a16:creationId xmlns:a16="http://schemas.microsoft.com/office/drawing/2014/main" id="{1B5B8C48-05E9-5280-3F6A-22F8BCBB477E}"/>
              </a:ext>
            </a:extLst>
          </p:cNvPr>
          <p:cNvSpPr>
            <a:spLocks noGrp="1"/>
          </p:cNvSpPr>
          <p:nvPr>
            <p:ph type="ftr" sz="quarter" idx="15"/>
          </p:nvPr>
        </p:nvSpPr>
        <p:spPr/>
        <p:txBody>
          <a:bodyPr rtlCol="0"/>
          <a:lstStyle/>
          <a:p>
            <a:pPr rtl="0"/>
            <a:r>
              <a:rPr lang="pt-br"/>
              <a:t>Amostra de Texto de Rodapé</a:t>
            </a:r>
          </a:p>
        </p:txBody>
      </p:sp>
      <p:sp>
        <p:nvSpPr>
          <p:cNvPr id="9" name="Espaço Reservado para o Número do Slide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rtlCol="0"/>
          <a:lstStyle/>
          <a:p>
            <a:pPr rtl="0"/>
            <a:fld id="{AEAA3239-9EA4-4A65-A281-97F994456D9F}" type="slidenum">
              <a:rPr lang="en-US" smtClean="0"/>
              <a:t>‹nº›</a:t>
            </a:fld>
            <a:endParaRPr lang="en-US" dirty="0"/>
          </a:p>
        </p:txBody>
      </p:sp>
      <p:sp>
        <p:nvSpPr>
          <p:cNvPr id="11" name="Espaço Reservado para Imagem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1" y="647700"/>
            <a:ext cx="10972800" cy="3808477"/>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ítulo com Imagem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7530569" y="606195"/>
            <a:ext cx="4045735" cy="3998595"/>
          </a:xfrm>
        </p:spPr>
        <p:txBody>
          <a:bodyPr vert="horz" lIns="91440" tIns="45720" rIns="91440" bIns="45720" rtlCol="0" anchor="t">
            <a:normAutofit/>
          </a:bodyPr>
          <a:lstStyle>
            <a:lvl1pPr>
              <a:defRPr lang="en-US" sz="3200" dirty="0"/>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7530569" y="4870174"/>
            <a:ext cx="3755116" cy="1033669"/>
          </a:xfrm>
        </p:spPr>
        <p:txBody>
          <a:bodyPr vert="horz" lIns="91440" tIns="45720" rIns="91440" bIns="45720" rtlCol="0" anchor="b">
            <a:normAutofit/>
          </a:bodyPr>
          <a:lstStyle>
            <a:lvl1pPr marL="0" indent="0">
              <a:buNone/>
              <a:defRPr lang="en-US" sz="1400" dirty="0"/>
            </a:lvl1pPr>
          </a:lstStyle>
          <a:p>
            <a:pPr lvl="0" rtl="0"/>
            <a:r>
              <a:rPr lang="pt-br"/>
              <a:t>Clique para editar o estilo de subtítulo Mestre</a:t>
            </a:r>
            <a:endParaRPr lang="en-US" dirty="0"/>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609601" y="322731"/>
            <a:ext cx="914400" cy="283464"/>
          </a:xfrm>
        </p:spPr>
        <p:txBody>
          <a:bodyPr rtlCol="0" anchor="ctr"/>
          <a:lstStyle>
            <a:lvl1pPr>
              <a:defRPr>
                <a:solidFill>
                  <a:schemeClr val="tx1"/>
                </a:solidFill>
                <a:effectLst/>
              </a:defRPr>
            </a:lvl1pPr>
          </a:lstStyle>
          <a:p>
            <a:pPr rtl="0"/>
            <a:r>
              <a:rPr lang="en-US"/>
              <a:t>21/11/2025</a:t>
            </a:r>
            <a:endParaRPr lang="en-US" dirty="0"/>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2514600" y="322731"/>
            <a:ext cx="7162800" cy="283464"/>
          </a:xfrm>
        </p:spPr>
        <p:txBody>
          <a:bodyPr rtlCol="0" anchor="ctr"/>
          <a:lstStyle>
            <a:lvl1pPr algn="ctr">
              <a:defRPr/>
            </a:lvl1pPr>
          </a:lstStyle>
          <a:p>
            <a:pPr algn="ctr" rtl="0"/>
            <a:r>
              <a:rPr lang="pt-br"/>
              <a:t>Exemplo de Texto de Rodapé</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8000" y="322731"/>
            <a:ext cx="914400" cy="283464"/>
          </a:xfrm>
        </p:spPr>
        <p:txBody>
          <a:bodyPr rtlCol="0" anchor="ctr"/>
          <a:lstStyle/>
          <a:p>
            <a:pPr rtl="0"/>
            <a:fld id="{AEAA3239-9EA4-4A65-A281-97F994456D9F}" type="slidenum">
              <a:rPr lang="en-US" smtClean="0"/>
              <a:t>‹nº›</a:t>
            </a:fld>
            <a:endParaRPr lang="en-US" dirty="0"/>
          </a:p>
        </p:txBody>
      </p:sp>
      <p:sp>
        <p:nvSpPr>
          <p:cNvPr id="14" name="Espaço Reservado para Imagem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09600" y="609600"/>
            <a:ext cx="6534582" cy="5638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solidFill>
                  <a:schemeClr val="bg1"/>
                </a:solidFill>
              </a:defRPr>
            </a:lvl1pPr>
          </a:lstStyle>
          <a:p>
            <a:pPr rtl="0"/>
            <a:r>
              <a:rPr lang="pt-br"/>
              <a:t>   </a:t>
            </a:r>
          </a:p>
        </p:txBody>
      </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ítulo com Imagem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8229600" y="1411358"/>
            <a:ext cx="3352800" cy="2845567"/>
          </a:xfrm>
        </p:spPr>
        <p:txBody>
          <a:bodyPr vert="horz" lIns="91440" tIns="45720" rIns="91440" bIns="45720" rtlCol="0" anchor="t">
            <a:normAutofit/>
          </a:bodyPr>
          <a:lstStyle>
            <a:lvl1pPr>
              <a:defRPr lang="en-US" sz="3200" dirty="0"/>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8228973" y="4403039"/>
            <a:ext cx="3347330" cy="1123122"/>
          </a:xfrm>
        </p:spPr>
        <p:txBody>
          <a:bodyPr vert="horz" lIns="91440" tIns="45720" rIns="91440" bIns="45720" rtlCol="0">
            <a:normAutofit/>
          </a:bodyPr>
          <a:lstStyle>
            <a:lvl1pPr marL="0" indent="0">
              <a:buNone/>
              <a:defRPr lang="en-US" sz="1400" dirty="0"/>
            </a:lvl1pPr>
          </a:lstStyle>
          <a:p>
            <a:pPr lvl="0" rtl="0"/>
            <a:r>
              <a:rPr lang="pt-br"/>
              <a:t>Clique para editar o estilo de subtítulo Mestre</a:t>
            </a:r>
            <a:endParaRPr lang="en-US" dirty="0"/>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609599" y="322731"/>
            <a:ext cx="914401" cy="286868"/>
          </a:xfrm>
        </p:spPr>
        <p:txBody>
          <a:bodyPr rtlCol="0" anchor="ctr"/>
          <a:lstStyle>
            <a:lvl1pPr>
              <a:defRPr>
                <a:solidFill>
                  <a:schemeClr val="tx1"/>
                </a:solidFill>
                <a:effectLst/>
              </a:defRPr>
            </a:lvl1pPr>
          </a:lstStyle>
          <a:p>
            <a:pPr rtl="0"/>
            <a:r>
              <a:rPr lang="en-US"/>
              <a:t>21/11/2025</a:t>
            </a:r>
            <a:endParaRPr lang="en-US" dirty="0"/>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2514600" y="322731"/>
            <a:ext cx="7162800" cy="286869"/>
          </a:xfrm>
        </p:spPr>
        <p:txBody>
          <a:bodyPr rtlCol="0" anchor="ctr"/>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8000" y="322731"/>
            <a:ext cx="914400" cy="286869"/>
          </a:xfrm>
        </p:spPr>
        <p:txBody>
          <a:bodyPr rtlCol="0" anchor="ctr"/>
          <a:lstStyle/>
          <a:p>
            <a:pPr rtl="0"/>
            <a:fld id="{AEAA3239-9EA4-4A65-A281-97F994456D9F}" type="slidenum">
              <a:rPr lang="en-US" smtClean="0"/>
              <a:t>‹nº›</a:t>
            </a:fld>
            <a:endParaRPr lang="en-US" dirty="0"/>
          </a:p>
        </p:txBody>
      </p:sp>
      <p:sp>
        <p:nvSpPr>
          <p:cNvPr id="14" name="Espaço Reservado para Imagem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09599" y="1371600"/>
            <a:ext cx="7239001" cy="4876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 com Imagem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09600" y="1371600"/>
            <a:ext cx="3892269" cy="3276599"/>
          </a:xfrm>
        </p:spPr>
        <p:txBody>
          <a:bodyPr vert="horz" lIns="91440" tIns="45720" rIns="91440" bIns="45720" rtlCol="0" anchor="t">
            <a:normAutofit/>
          </a:bodyPr>
          <a:lstStyle>
            <a:lvl1pPr>
              <a:defRPr lang="en-US" sz="3200" dirty="0"/>
            </a:lvl1pPr>
          </a:lstStyle>
          <a:p>
            <a:pPr lvl="0" rtl="0"/>
            <a:r>
              <a:rPr lang="pt-br"/>
              <a:t>Clique para editar o estilo de título Mestre</a:t>
            </a:r>
            <a:endParaRPr lang="en-US" dirty="0"/>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09600" y="5032606"/>
            <a:ext cx="3177209" cy="871237"/>
          </a:xfrm>
        </p:spPr>
        <p:txBody>
          <a:bodyPr vert="horz" lIns="91440" tIns="45720" rIns="91440" bIns="45720" rtlCol="0" anchor="b">
            <a:normAutofit/>
          </a:bodyPr>
          <a:lstStyle>
            <a:lvl1pPr marL="0" indent="0">
              <a:buNone/>
              <a:defRPr lang="en-US" sz="1400" dirty="0"/>
            </a:lvl1pPr>
          </a:lstStyle>
          <a:p>
            <a:pPr lvl="0" rtl="0"/>
            <a:r>
              <a:rPr lang="pt-br"/>
              <a:t>Clique para editar o estilo de subtítulo Mestre</a:t>
            </a:r>
            <a:endParaRPr lang="en-US" dirty="0"/>
          </a:p>
        </p:txBody>
      </p:sp>
      <p:sp>
        <p:nvSpPr>
          <p:cNvPr id="7" name="Espaço Reservado para Data 6">
            <a:extLst>
              <a:ext uri="{FF2B5EF4-FFF2-40B4-BE49-F238E27FC236}">
                <a16:creationId xmlns:a16="http://schemas.microsoft.com/office/drawing/2014/main" id="{F991F941-2D53-CC10-7947-62237A245FE0}"/>
              </a:ext>
            </a:extLst>
          </p:cNvPr>
          <p:cNvSpPr>
            <a:spLocks noGrp="1"/>
          </p:cNvSpPr>
          <p:nvPr>
            <p:ph type="dt" sz="half" idx="14"/>
          </p:nvPr>
        </p:nvSpPr>
        <p:spPr>
          <a:xfrm>
            <a:off x="609600" y="322731"/>
            <a:ext cx="914400" cy="283464"/>
          </a:xfrm>
        </p:spPr>
        <p:txBody>
          <a:bodyPr rtlCol="0" anchor="ctr"/>
          <a:lstStyle/>
          <a:p>
            <a:pPr rtl="0"/>
            <a:r>
              <a:rPr lang="en-US"/>
              <a:t>21/11/2025</a:t>
            </a:r>
            <a:endParaRPr lang="en-US" dirty="0"/>
          </a:p>
        </p:txBody>
      </p:sp>
      <p:sp>
        <p:nvSpPr>
          <p:cNvPr id="8" name="Espaço Reservado para Rodapé 7">
            <a:extLst>
              <a:ext uri="{FF2B5EF4-FFF2-40B4-BE49-F238E27FC236}">
                <a16:creationId xmlns:a16="http://schemas.microsoft.com/office/drawing/2014/main" id="{9A6E6A4C-6C55-068A-43AA-78DB4D1D643B}"/>
              </a:ext>
            </a:extLst>
          </p:cNvPr>
          <p:cNvSpPr>
            <a:spLocks noGrp="1"/>
          </p:cNvSpPr>
          <p:nvPr>
            <p:ph type="ftr" sz="quarter" idx="15"/>
          </p:nvPr>
        </p:nvSpPr>
        <p:spPr>
          <a:xfrm>
            <a:off x="2514600" y="322731"/>
            <a:ext cx="7162800" cy="283464"/>
          </a:xfrm>
        </p:spPr>
        <p:txBody>
          <a:bodyPr rtlCol="0" anchor="ctr"/>
          <a:lstStyle/>
          <a:p>
            <a:pPr rtl="0"/>
            <a:r>
              <a:rPr lang="pt-br"/>
              <a:t>Amostra de Texto de Rodapé</a:t>
            </a:r>
          </a:p>
        </p:txBody>
      </p:sp>
      <p:sp>
        <p:nvSpPr>
          <p:cNvPr id="9" name="Espaço Reservado para o Número do Slide 8">
            <a:extLst>
              <a:ext uri="{FF2B5EF4-FFF2-40B4-BE49-F238E27FC236}">
                <a16:creationId xmlns:a16="http://schemas.microsoft.com/office/drawing/2014/main" id="{C1A2CCFF-14A7-08A8-4465-732CD8928728}"/>
              </a:ext>
            </a:extLst>
          </p:cNvPr>
          <p:cNvSpPr>
            <a:spLocks noGrp="1"/>
          </p:cNvSpPr>
          <p:nvPr>
            <p:ph type="sldNum" sz="quarter" idx="16"/>
          </p:nvPr>
        </p:nvSpPr>
        <p:spPr>
          <a:xfrm>
            <a:off x="10668000" y="322731"/>
            <a:ext cx="914399" cy="283464"/>
          </a:xfrm>
        </p:spPr>
        <p:txBody>
          <a:bodyPr rtlCol="0" anchor="ctr"/>
          <a:lstStyle/>
          <a:p>
            <a:pPr rtl="0"/>
            <a:fld id="{AEAA3239-9EA4-4A65-A281-97F994456D9F}" type="slidenum">
              <a:rPr lang="en-US" smtClean="0"/>
              <a:t>‹nº›</a:t>
            </a:fld>
            <a:endParaRPr lang="en-US" dirty="0"/>
          </a:p>
        </p:txBody>
      </p:sp>
      <p:sp>
        <p:nvSpPr>
          <p:cNvPr id="11" name="Espaço Reservado para Imagem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111574" y="1371600"/>
            <a:ext cx="6470826" cy="4876800"/>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1371600"/>
            <a:ext cx="10049256" cy="3505200"/>
          </a:xfrm>
        </p:spPr>
        <p:txBody>
          <a:bodyPr vert="horz" lIns="91440" tIns="45720" rIns="91440" bIns="45720" rtlCol="0" anchor="t">
            <a:normAutofit/>
          </a:bodyPr>
          <a:lstStyle>
            <a:lvl1pPr>
              <a:defRPr lang="en-US" sz="3200" dirty="0"/>
            </a:lvl1pPr>
          </a:lstStyle>
          <a:p>
            <a:pPr lvl="0" rtl="0"/>
            <a:r>
              <a:rPr lang="pt-br"/>
              <a:t>Clique para editar o estilo de título Mestre</a:t>
            </a:r>
            <a:endParaRPr lang="en-US" dirty="0"/>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6" y="4876800"/>
            <a:ext cx="7769354" cy="1371600"/>
          </a:xfrm>
        </p:spPr>
        <p:txBody>
          <a:bodyPr vert="horz" lIns="91440" tIns="45720" rIns="91440" bIns="45720" rtlCol="0" anchor="b">
            <a:normAutofit/>
          </a:bodyPr>
          <a:lstStyle>
            <a:lvl1pPr marL="0" indent="0">
              <a:buNone/>
              <a:defRPr lang="en-US" sz="2400" dirty="0"/>
            </a:lvl1pPr>
          </a:lstStyle>
          <a:p>
            <a:pPr lvl="0" rtl="0"/>
            <a:r>
              <a:rPr lang="pt-br"/>
              <a:t>Clique para editar o estilo de subtítulo Mestre</a:t>
            </a:r>
            <a:endParaRPr lang="en-US" dirty="0"/>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21/11/2025</a:t>
            </a:r>
            <a:endParaRPr lang="en-US" dirty="0"/>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ítul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6" y="1401420"/>
            <a:ext cx="9140954" cy="2836729"/>
          </a:xfrm>
        </p:spPr>
        <p:txBody>
          <a:bodyPr vert="horz" lIns="91440" tIns="45720" rIns="91440" bIns="45720" rtlCol="0" anchor="b">
            <a:normAutofit/>
          </a:bodyPr>
          <a:lstStyle>
            <a:lvl1pPr>
              <a:defRPr lang="en-US" sz="3200" dirty="0"/>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7" y="4622197"/>
            <a:ext cx="7312153" cy="1014984"/>
          </a:xfrm>
        </p:spPr>
        <p:txBody>
          <a:bodyPr vert="horz" lIns="91440" tIns="45720" rIns="91440" bIns="45720" rtlCol="0">
            <a:normAutofit/>
          </a:bodyPr>
          <a:lstStyle>
            <a:lvl1pPr marL="0" indent="0">
              <a:buNone/>
              <a:defRPr lang="en-US" sz="2400" dirty="0"/>
            </a:lvl1pPr>
          </a:lstStyle>
          <a:p>
            <a:pPr lvl="0" rtl="0"/>
            <a:r>
              <a:rPr lang="pt-br"/>
              <a:t>Clique para editar o estilo de subtítulo Mestre</a:t>
            </a:r>
            <a:endParaRPr lang="en-US" dirty="0"/>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609601" y="322731"/>
            <a:ext cx="914400" cy="286869"/>
          </a:xfrm>
        </p:spPr>
        <p:txBody>
          <a:bodyPr rtlCol="0"/>
          <a:lstStyle/>
          <a:p>
            <a:pPr rtl="0"/>
            <a:r>
              <a:rPr lang="en-US"/>
              <a:t>21/11/2025</a:t>
            </a:r>
            <a:endParaRPr lang="en-US" dirty="0"/>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2517649" y="322731"/>
            <a:ext cx="7150608" cy="286869"/>
          </a:xfrm>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1904" y="322731"/>
            <a:ext cx="914400" cy="286869"/>
          </a:xfrm>
        </p:spPr>
        <p:txBody>
          <a:bodyPr rtlCol="0"/>
          <a:lstStyle/>
          <a:p>
            <a:pPr rtl="0"/>
            <a:fld id="{AEAA3239-9EA4-4A65-A281-97F994456D9F}" type="slidenum">
              <a:rPr lang="en-US" smtClean="0"/>
              <a:t>‹nº›</a:t>
            </a:fld>
            <a:endParaRPr lang="en-US" dirty="0"/>
          </a:p>
        </p:txBody>
      </p:sp>
    </p:spTree>
    <p:extLst>
      <p:ext uri="{BB962C8B-B14F-4D97-AF65-F5344CB8AC3E}">
        <p14:creationId xmlns:p14="http://schemas.microsoft.com/office/powerpoint/2010/main" val="735719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ítul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1981200" y="1371600"/>
            <a:ext cx="8229600" cy="2567855"/>
          </a:xfrm>
        </p:spPr>
        <p:txBody>
          <a:bodyPr rtlCol="0" anchor="b">
            <a:normAutofit/>
          </a:bodyPr>
          <a:lstStyle>
            <a:lvl1pPr algn="ctr">
              <a:defRPr sz="3200"/>
            </a:lvl1pPr>
          </a:lstStyle>
          <a:p>
            <a:pPr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01923" y="4375642"/>
            <a:ext cx="7588155" cy="1029310"/>
          </a:xfrm>
        </p:spPr>
        <p:txBody>
          <a:bodyPr rtlCol="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dirty="0"/>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21/11/2025</a:t>
            </a:r>
            <a:endParaRPr lang="en-US" dirty="0"/>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2520696" y="322731"/>
            <a:ext cx="7150608" cy="286869"/>
          </a:xfrm>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830729"/>
          </a:xfrm>
        </p:spPr>
        <p:txBody>
          <a:bodyPr vert="horz" lIns="91440" tIns="45720" rIns="91440" bIns="45720" rtlCol="0" anchor="b">
            <a:normAutofit/>
          </a:bodyPr>
          <a:lstStyle>
            <a:lvl1pPr>
              <a:defRPr lang="en-US" sz="3200" dirty="0">
                <a:solidFill>
                  <a:schemeClr val="tx1"/>
                </a:solidFill>
              </a:defRPr>
            </a:lvl1pPr>
          </a:lstStyle>
          <a:p>
            <a:pPr lvl="0" rtl="0"/>
            <a:r>
              <a:rPr lang="pt-br"/>
              <a:t>Cabeçalho da Seção</a:t>
            </a:r>
          </a:p>
        </p:txBody>
      </p:sp>
      <p:sp>
        <p:nvSpPr>
          <p:cNvPr id="3" name="Espaço Reservado para Data 2">
            <a:extLst>
              <a:ext uri="{FF2B5EF4-FFF2-40B4-BE49-F238E27FC236}">
                <a16:creationId xmlns:a16="http://schemas.microsoft.com/office/drawing/2014/main" id="{171F2818-3D93-3C9A-E504-3D8A33F2BA9D}"/>
              </a:ext>
            </a:extLst>
          </p:cNvPr>
          <p:cNvSpPr>
            <a:spLocks noGrp="1"/>
          </p:cNvSpPr>
          <p:nvPr>
            <p:ph type="dt" sz="half" idx="10"/>
          </p:nvPr>
        </p:nvSpPr>
        <p:spPr/>
        <p:txBody>
          <a:bodyPr rtlCol="0"/>
          <a:lstStyle/>
          <a:p>
            <a:pPr rtl="0"/>
            <a:r>
              <a:rPr lang="en-US"/>
              <a:t>21/11/2025</a:t>
            </a:r>
            <a:endParaRPr lang="en-US" dirty="0"/>
          </a:p>
        </p:txBody>
      </p:sp>
      <p:sp>
        <p:nvSpPr>
          <p:cNvPr id="7" name="Espaço Reservado para Rodapé 6">
            <a:extLst>
              <a:ext uri="{FF2B5EF4-FFF2-40B4-BE49-F238E27FC236}">
                <a16:creationId xmlns:a16="http://schemas.microsoft.com/office/drawing/2014/main" id="{40C970B7-D89D-4042-9AC8-32C22BDD29AD}"/>
              </a:ext>
            </a:extLst>
          </p:cNvPr>
          <p:cNvSpPr>
            <a:spLocks noGrp="1"/>
          </p:cNvSpPr>
          <p:nvPr>
            <p:ph type="ftr" sz="quarter" idx="11"/>
          </p:nvPr>
        </p:nvSpPr>
        <p:spPr/>
        <p:txBody>
          <a:bodyPr rtlCol="0"/>
          <a:lstStyle/>
          <a:p>
            <a:pPr rtl="0"/>
            <a:r>
              <a:rPr lang="pt-br"/>
              <a:t>Amostra de Texto de Rodapé</a:t>
            </a:r>
          </a:p>
        </p:txBody>
      </p:sp>
      <p:sp>
        <p:nvSpPr>
          <p:cNvPr id="8" name="Espaço Reservado para o Número do Slide 7">
            <a:extLst>
              <a:ext uri="{FF2B5EF4-FFF2-40B4-BE49-F238E27FC236}">
                <a16:creationId xmlns:a16="http://schemas.microsoft.com/office/drawing/2014/main" id="{A7A35D86-D074-E057-C950-943CC0E1CBA4}"/>
              </a:ext>
            </a:extLst>
          </p:cNvPr>
          <p:cNvSpPr>
            <a:spLocks noGrp="1"/>
          </p:cNvSpPr>
          <p:nvPr>
            <p:ph type="sldNum" sz="quarter" idx="12"/>
          </p:nvPr>
        </p:nvSpPr>
        <p:spPr/>
        <p:txBody>
          <a:bodyPr rtlCol="0"/>
          <a:lstStyle/>
          <a:p>
            <a:pPr rtl="0"/>
            <a:fld id="{AEAA3239-9EA4-4A65-A281-97F994456D9F}" type="slidenum">
              <a:rPr lang="en-US" smtClean="0"/>
              <a:pPr rtl="0"/>
              <a:t>‹nº›</a:t>
            </a:fld>
            <a:endParaRPr lang="en-US" dirty="0"/>
          </a:p>
        </p:txBody>
      </p:sp>
    </p:spTree>
    <p:extLst>
      <p:ext uri="{BB962C8B-B14F-4D97-AF65-F5344CB8AC3E}">
        <p14:creationId xmlns:p14="http://schemas.microsoft.com/office/powerpoint/2010/main" val="6709652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18066" y="1371600"/>
            <a:ext cx="8470605" cy="1041436"/>
          </a:xfrm>
        </p:spPr>
        <p:txBody>
          <a:bodyPr rtlCol="0" anchor="t">
            <a:normAutofit/>
          </a:bodyPr>
          <a:lstStyle>
            <a:lvl1pPr>
              <a:defRPr sz="3200"/>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21/11/2025</a:t>
            </a:r>
            <a:endParaRPr lang="en-US" dirty="0"/>
          </a:p>
        </p:txBody>
      </p:sp>
      <p:sp>
        <p:nvSpPr>
          <p:cNvPr id="4" name="Espaço Reservado para Rodapé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609600" y="2797083"/>
            <a:ext cx="8470605" cy="3451317"/>
          </a:xfrm>
        </p:spPr>
        <p:txBody>
          <a:bodyPr rtlCol="0">
            <a:normAutofit/>
          </a:bodyPr>
          <a:lstStyle>
            <a:lvl1pPr marL="457200" indent="-457200">
              <a:buFont typeface="+mj-lt"/>
              <a:buAutoNum type="arabicPeriod"/>
              <a:defRPr sz="1400"/>
            </a:lvl1pPr>
            <a:lvl2pPr marL="685800" indent="-4572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948801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com Imagem">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5659795" y="1371600"/>
            <a:ext cx="5916508" cy="1052105"/>
          </a:xfrm>
        </p:spPr>
        <p:txBody>
          <a:bodyPr rtlCol="0" anchor="t">
            <a:normAutofit/>
          </a:bodyPr>
          <a:lstStyle>
            <a:lvl1pPr>
              <a:defRPr sz="3200"/>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6CC77F2D-39D2-22F7-CF0B-39D63EBF00B7}"/>
              </a:ext>
            </a:extLst>
          </p:cNvPr>
          <p:cNvSpPr>
            <a:spLocks noGrp="1"/>
          </p:cNvSpPr>
          <p:nvPr>
            <p:ph type="dt" sz="half" idx="10"/>
          </p:nvPr>
        </p:nvSpPr>
        <p:spPr>
          <a:xfrm>
            <a:off x="609601" y="322731"/>
            <a:ext cx="914400" cy="283464"/>
          </a:xfrm>
        </p:spPr>
        <p:txBody>
          <a:bodyPr rtlCol="0"/>
          <a:lstStyle/>
          <a:p>
            <a:pPr rtl="0"/>
            <a:r>
              <a:rPr lang="en-US"/>
              <a:t>21/11/2025</a:t>
            </a:r>
            <a:endParaRPr lang="en-US" dirty="0"/>
          </a:p>
        </p:txBody>
      </p:sp>
      <p:sp>
        <p:nvSpPr>
          <p:cNvPr id="4" name="Espaço Reservado para Rodapé 3">
            <a:extLst>
              <a:ext uri="{FF2B5EF4-FFF2-40B4-BE49-F238E27FC236}">
                <a16:creationId xmlns:a16="http://schemas.microsoft.com/office/drawing/2014/main" id="{0B12CFE6-D05E-5478-B3A4-81DC4DCD7410}"/>
              </a:ext>
            </a:extLst>
          </p:cNvPr>
          <p:cNvSpPr>
            <a:spLocks noGrp="1"/>
          </p:cNvSpPr>
          <p:nvPr>
            <p:ph type="ftr" sz="quarter" idx="11"/>
          </p:nvPr>
        </p:nvSpPr>
        <p:spPr>
          <a:xfrm>
            <a:off x="2514600" y="322731"/>
            <a:ext cx="7162800" cy="283464"/>
          </a:xfrm>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626B86D3-24E1-029E-BA22-9F17F9517D65}"/>
              </a:ext>
            </a:extLst>
          </p:cNvPr>
          <p:cNvSpPr>
            <a:spLocks noGrp="1"/>
          </p:cNvSpPr>
          <p:nvPr>
            <p:ph type="sldNum" sz="quarter" idx="12"/>
          </p:nvPr>
        </p:nvSpPr>
        <p:spPr>
          <a:xfrm>
            <a:off x="10668000" y="322731"/>
            <a:ext cx="908304" cy="283464"/>
          </a:xfrm>
        </p:spPr>
        <p:txBody>
          <a:bodyPr rtlCol="0"/>
          <a:lstStyle/>
          <a:p>
            <a:pPr rtl="0"/>
            <a:fld id="{AEAA3239-9EA4-4A65-A281-97F994456D9F}" type="slidenum">
              <a:rPr lang="en-US" smtClean="0"/>
              <a:t>‹nº›</a:t>
            </a:fld>
            <a:endParaRPr lang="en-US" dirty="0"/>
          </a:p>
        </p:txBody>
      </p:sp>
      <p:sp>
        <p:nvSpPr>
          <p:cNvPr id="10" name="Espaço Reservado para Imagem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09600" y="1371599"/>
            <a:ext cx="4663806" cy="487680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5659796" y="2807753"/>
            <a:ext cx="5916507" cy="3440647"/>
          </a:xfrm>
        </p:spPr>
        <p:txBody>
          <a:bodyPr rtlCol="0">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2957585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com Imagem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34031" y="1371600"/>
            <a:ext cx="2441448" cy="4876800"/>
          </a:xfrm>
        </p:spPr>
        <p:txBody>
          <a:bodyPr rtlCol="0" anchor="t">
            <a:normAutofit/>
          </a:bodyPr>
          <a:lstStyle>
            <a:lvl1pPr>
              <a:defRPr sz="2400"/>
            </a:lvl1pPr>
          </a:lstStyle>
          <a:p>
            <a:pPr rtl="0"/>
            <a:r>
              <a:rPr lang="pt-br"/>
              <a:t>Clique para editar o estilo de título Mestre</a:t>
            </a:r>
          </a:p>
        </p:txBody>
      </p:sp>
      <p:sp>
        <p:nvSpPr>
          <p:cNvPr id="8" name="Espaço Reservado para Data 2">
            <a:extLst>
              <a:ext uri="{FF2B5EF4-FFF2-40B4-BE49-F238E27FC236}">
                <a16:creationId xmlns:a16="http://schemas.microsoft.com/office/drawing/2014/main" id="{4C796253-2EF8-E90A-A94F-8CFC6E39EE48}"/>
              </a:ext>
            </a:extLst>
          </p:cNvPr>
          <p:cNvSpPr>
            <a:spLocks noGrp="1"/>
          </p:cNvSpPr>
          <p:nvPr>
            <p:ph type="dt" sz="half" idx="10"/>
          </p:nvPr>
        </p:nvSpPr>
        <p:spPr>
          <a:xfrm>
            <a:off x="609601" y="322731"/>
            <a:ext cx="914400" cy="286869"/>
          </a:xfrm>
        </p:spPr>
        <p:txBody>
          <a:bodyPr rtlCol="0"/>
          <a:lstStyle/>
          <a:p>
            <a:pPr rtl="0"/>
            <a:r>
              <a:rPr lang="en-US"/>
              <a:t>21/11/2025</a:t>
            </a:r>
            <a:endParaRPr lang="en-US" dirty="0"/>
          </a:p>
        </p:txBody>
      </p:sp>
      <p:sp>
        <p:nvSpPr>
          <p:cNvPr id="4" name="Espaço Reservado para Rodapé 3">
            <a:extLst>
              <a:ext uri="{FF2B5EF4-FFF2-40B4-BE49-F238E27FC236}">
                <a16:creationId xmlns:a16="http://schemas.microsoft.com/office/drawing/2014/main" id="{0B12CFE6-D05E-5478-B3A4-81DC4DCD7410}"/>
              </a:ext>
            </a:extLst>
          </p:cNvPr>
          <p:cNvSpPr>
            <a:spLocks noGrp="1"/>
          </p:cNvSpPr>
          <p:nvPr>
            <p:ph type="ftr" sz="quarter" idx="11"/>
          </p:nvPr>
        </p:nvSpPr>
        <p:spPr>
          <a:xfrm>
            <a:off x="2514600" y="322731"/>
            <a:ext cx="7162800" cy="286869"/>
          </a:xfrm>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626B86D3-24E1-029E-BA22-9F17F9517D65}"/>
              </a:ext>
            </a:extLst>
          </p:cNvPr>
          <p:cNvSpPr>
            <a:spLocks noGrp="1"/>
          </p:cNvSpPr>
          <p:nvPr>
            <p:ph type="sldNum" sz="quarter" idx="12"/>
          </p:nvPr>
        </p:nvSpPr>
        <p:spPr>
          <a:xfrm>
            <a:off x="10668000" y="322731"/>
            <a:ext cx="908304" cy="286869"/>
          </a:xfrm>
        </p:spPr>
        <p:txBody>
          <a:bodyPr rtlCol="0"/>
          <a:lstStyle/>
          <a:p>
            <a:pPr rtl="0"/>
            <a:fld id="{AEAA3239-9EA4-4A65-A281-97F994456D9F}" type="slidenum">
              <a:rPr lang="en-US" smtClean="0"/>
              <a:t>‹nº›</a:t>
            </a:fld>
            <a:endParaRPr lang="en-US" dirty="0"/>
          </a:p>
        </p:txBody>
      </p:sp>
      <p:sp>
        <p:nvSpPr>
          <p:cNvPr id="10" name="Espaço Reservado para Imagem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3460625" y="1371599"/>
            <a:ext cx="5272821" cy="487680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9134856" y="1371600"/>
            <a:ext cx="2441448" cy="4876800"/>
          </a:xfrm>
        </p:spPr>
        <p:txBody>
          <a:bodyPr rtlCol="0">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2681957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ú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rtlCol="0" anchor="b">
            <a:normAutofit/>
          </a:bodyPr>
          <a:lstStyle>
            <a:lvl1pPr algn="ctr">
              <a:defRPr sz="3200"/>
            </a:lvl1pPr>
          </a:lstStyle>
          <a:p>
            <a:pPr rtl="0"/>
            <a:r>
              <a:rPr lang="pt-br"/>
              <a:t>Clique para editar o estilo de título Mestre</a:t>
            </a:r>
            <a:endParaRPr lang="en-US" dirty="0"/>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21/11/2025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7D633F00-464B-3088-812A-40496FD1021A}"/>
              </a:ext>
            </a:extLst>
          </p:cNvPr>
          <p:cNvSpPr>
            <a:spLocks noGrp="1"/>
          </p:cNvSpPr>
          <p:nvPr>
            <p:ph sz="quarter" idx="13"/>
          </p:nvPr>
        </p:nvSpPr>
        <p:spPr>
          <a:xfrm>
            <a:off x="3768786" y="3588424"/>
            <a:ext cx="4659735" cy="1645198"/>
          </a:xfrm>
        </p:spPr>
        <p:txBody>
          <a:bodyPr rtlCol="0"/>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2721998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úd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543291" y="1373986"/>
            <a:ext cx="3493858" cy="3456894"/>
          </a:xfrm>
        </p:spPr>
        <p:txBody>
          <a:bodyPr rtlCol="0" anchor="t">
            <a:normAutofit/>
          </a:bodyPr>
          <a:lstStyle>
            <a:lvl1pPr>
              <a:defRPr sz="2400"/>
            </a:lvl1pPr>
          </a:lstStyle>
          <a:p>
            <a:pPr rtl="0"/>
            <a:r>
              <a:rPr lang="pt-br"/>
              <a:t>Clique para editar o estilo de título Mestre</a:t>
            </a:r>
            <a:endParaRPr lang="en-US" dirty="0"/>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21/11/2025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D42D62A0-8127-CE86-0633-0D65E1E136F7}"/>
              </a:ext>
            </a:extLst>
          </p:cNvPr>
          <p:cNvSpPr>
            <a:spLocks noGrp="1"/>
          </p:cNvSpPr>
          <p:nvPr>
            <p:ph sz="quarter" idx="13"/>
          </p:nvPr>
        </p:nvSpPr>
        <p:spPr>
          <a:xfrm>
            <a:off x="5519738" y="1373986"/>
            <a:ext cx="4956175" cy="346121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3490355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údo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rtlCol="0" anchor="t">
            <a:normAutofit/>
          </a:bodyPr>
          <a:lstStyle>
            <a:lvl1pPr>
              <a:defRPr sz="2400"/>
            </a:lvl1pPr>
          </a:lstStyle>
          <a:p>
            <a:pPr rtl="0"/>
            <a:r>
              <a:rPr lang="pt-br"/>
              <a:t>Clique para editar o estilo de título Mestre</a:t>
            </a:r>
            <a:endParaRPr lang="en-US" dirty="0"/>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21/11/2025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FFB4667A-FE47-8556-FD3A-55FDBA801D76}"/>
              </a:ext>
            </a:extLst>
          </p:cNvPr>
          <p:cNvSpPr>
            <a:spLocks noGrp="1"/>
          </p:cNvSpPr>
          <p:nvPr>
            <p:ph sz="quarter" idx="13"/>
          </p:nvPr>
        </p:nvSpPr>
        <p:spPr>
          <a:xfrm>
            <a:off x="4922181" y="1389134"/>
            <a:ext cx="6279220" cy="4083579"/>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15193123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údo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7" y="1371600"/>
            <a:ext cx="3496147" cy="4876800"/>
          </a:xfrm>
        </p:spPr>
        <p:txBody>
          <a:bodyPr rtlCol="0" anchor="t">
            <a:normAutofit/>
          </a:bodyPr>
          <a:lstStyle>
            <a:lvl1pPr>
              <a:defRPr sz="2400"/>
            </a:lvl1pPr>
          </a:lstStyle>
          <a:p>
            <a:pPr rtl="0"/>
            <a:r>
              <a:rPr lang="pt-br"/>
              <a:t>Clique para editar o estilo de título Mestre</a:t>
            </a:r>
            <a:endParaRPr lang="en-US" dirty="0"/>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21/11/2025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4494872" y="1371600"/>
            <a:ext cx="7081431" cy="487680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24089597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údo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09600" y="1371600"/>
            <a:ext cx="3349754" cy="2721451"/>
          </a:xfrm>
        </p:spPr>
        <p:txBody>
          <a:bodyPr rtlCol="0" anchor="t">
            <a:normAutofit/>
          </a:bodyPr>
          <a:lstStyle>
            <a:lvl1pPr>
              <a:defRPr sz="2400"/>
            </a:lvl1pPr>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609600" y="322731"/>
            <a:ext cx="914400" cy="286869"/>
          </a:xfrm>
        </p:spPr>
        <p:txBody>
          <a:bodyPr rtlCol="0"/>
          <a:lstStyle/>
          <a:p>
            <a:pPr rtl="0"/>
            <a:r>
              <a:rPr lang="en-US"/>
              <a:t>21/11/2025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8C71126E-AEFA-B45A-CD39-AC1315E03339}"/>
              </a:ext>
            </a:extLst>
          </p:cNvPr>
          <p:cNvSpPr>
            <a:spLocks noGrp="1"/>
          </p:cNvSpPr>
          <p:nvPr>
            <p:ph sz="quarter" idx="13"/>
          </p:nvPr>
        </p:nvSpPr>
        <p:spPr>
          <a:xfrm>
            <a:off x="4343402" y="1371600"/>
            <a:ext cx="7232901" cy="518160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23190947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údo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09600" y="1371600"/>
            <a:ext cx="4352926" cy="766774"/>
          </a:xfrm>
        </p:spPr>
        <p:txBody>
          <a:bodyPr rtlCol="0" anchor="t">
            <a:normAutofit/>
          </a:bodyPr>
          <a:lstStyle>
            <a:lvl1pPr>
              <a:defRPr sz="2400"/>
            </a:lvl1pPr>
          </a:lstStyle>
          <a:p>
            <a:pPr rtl="0"/>
            <a:r>
              <a:rPr lang="pt-br"/>
              <a:t>Clique para editar o estilo de título Mestre</a:t>
            </a:r>
          </a:p>
        </p:txBody>
      </p:sp>
      <p:sp>
        <p:nvSpPr>
          <p:cNvPr id="7" name="Subtítulo 2">
            <a:extLst>
              <a:ext uri="{FF2B5EF4-FFF2-40B4-BE49-F238E27FC236}">
                <a16:creationId xmlns:a16="http://schemas.microsoft.com/office/drawing/2014/main" id="{684DE9B9-A2D7-1C5E-03A8-327B24C29FD9}"/>
              </a:ext>
            </a:extLst>
          </p:cNvPr>
          <p:cNvSpPr>
            <a:spLocks noGrp="1"/>
          </p:cNvSpPr>
          <p:nvPr>
            <p:ph type="subTitle" idx="1"/>
          </p:nvPr>
        </p:nvSpPr>
        <p:spPr>
          <a:xfrm>
            <a:off x="634029" y="2522423"/>
            <a:ext cx="4328497" cy="3700576"/>
          </a:xfrm>
        </p:spPr>
        <p:txBody>
          <a:bodyPr vert="horz" lIns="91440" tIns="45720" rIns="91440" bIns="45720" rtlCol="0" anchor="b">
            <a:normAutofit/>
          </a:bodyPr>
          <a:lstStyle>
            <a:lvl1pPr marL="0" indent="0">
              <a:buNone/>
              <a:defRPr lang="en-US" sz="1400" dirty="0"/>
            </a:lvl1pPr>
          </a:lstStyle>
          <a:p>
            <a:pPr lvl="0" rtl="0"/>
            <a:r>
              <a:rPr lang="pt-br"/>
              <a:t>Clique para editar o estilo de subtítulo Mestre</a:t>
            </a:r>
            <a:endParaRPr lang="en-US" dirty="0"/>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609600" y="322731"/>
            <a:ext cx="914400" cy="286869"/>
          </a:xfrm>
        </p:spPr>
        <p:txBody>
          <a:bodyPr rtlCol="0"/>
          <a:lstStyle/>
          <a:p>
            <a:pPr rtl="0"/>
            <a:r>
              <a:rPr lang="en-US"/>
              <a:t>21/11/2025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Tree>
    <p:extLst>
      <p:ext uri="{BB962C8B-B14F-4D97-AF65-F5344CB8AC3E}">
        <p14:creationId xmlns:p14="http://schemas.microsoft.com/office/powerpoint/2010/main" val="3227244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údo com Imagem">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950289" y="1371601"/>
            <a:ext cx="6632111" cy="606888"/>
          </a:xfrm>
        </p:spPr>
        <p:txBody>
          <a:bodyPr rtlCol="0" anchor="t"/>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1E742B5C-5438-96A4-4A2A-AE939906F8A4}"/>
              </a:ext>
            </a:extLst>
          </p:cNvPr>
          <p:cNvSpPr>
            <a:spLocks noGrp="1"/>
          </p:cNvSpPr>
          <p:nvPr>
            <p:ph type="dt" sz="half" idx="15"/>
          </p:nvPr>
        </p:nvSpPr>
        <p:spPr>
          <a:xfrm>
            <a:off x="609600" y="322731"/>
            <a:ext cx="914400" cy="283464"/>
          </a:xfrm>
        </p:spPr>
        <p:txBody>
          <a:bodyPr rtlCol="0"/>
          <a:lstStyle/>
          <a:p>
            <a:pPr rtl="0"/>
            <a:r>
              <a:rPr lang="en-US"/>
              <a:t>21/11/2025</a:t>
            </a:r>
            <a:endParaRPr lang="en-US" dirty="0"/>
          </a:p>
        </p:txBody>
      </p:sp>
      <p:sp>
        <p:nvSpPr>
          <p:cNvPr id="9" name="Espaço Reservado para Rodapé 8">
            <a:extLst>
              <a:ext uri="{FF2B5EF4-FFF2-40B4-BE49-F238E27FC236}">
                <a16:creationId xmlns:a16="http://schemas.microsoft.com/office/drawing/2014/main" id="{C65BFCB1-FAA8-D03A-3B62-DCB2CF1CA112}"/>
              </a:ext>
            </a:extLst>
          </p:cNvPr>
          <p:cNvSpPr>
            <a:spLocks noGrp="1"/>
          </p:cNvSpPr>
          <p:nvPr>
            <p:ph type="ftr" sz="quarter" idx="16"/>
          </p:nvPr>
        </p:nvSpPr>
        <p:spPr>
          <a:xfrm>
            <a:off x="2514600" y="322731"/>
            <a:ext cx="7162800" cy="283464"/>
          </a:xfrm>
        </p:spPr>
        <p:txBody>
          <a:bodyPr rtlCol="0"/>
          <a:lstStyle/>
          <a:p>
            <a:pPr rtl="0"/>
            <a:r>
              <a:rPr lang="pt-br"/>
              <a:t>Amostra de Texto de Rodapé</a:t>
            </a:r>
          </a:p>
        </p:txBody>
      </p:sp>
      <p:sp>
        <p:nvSpPr>
          <p:cNvPr id="10" name="Espaço Reservado para o Número do Slide 9">
            <a:extLst>
              <a:ext uri="{FF2B5EF4-FFF2-40B4-BE49-F238E27FC236}">
                <a16:creationId xmlns:a16="http://schemas.microsoft.com/office/drawing/2014/main" id="{0A608994-46CD-AAE0-DCC4-A59D26254D84}"/>
              </a:ext>
            </a:extLst>
          </p:cNvPr>
          <p:cNvSpPr>
            <a:spLocks noGrp="1"/>
          </p:cNvSpPr>
          <p:nvPr>
            <p:ph type="sldNum" sz="quarter" idx="17"/>
          </p:nvPr>
        </p:nvSpPr>
        <p:spPr>
          <a:xfrm>
            <a:off x="10661904" y="322731"/>
            <a:ext cx="914400" cy="283464"/>
          </a:xfrm>
        </p:spPr>
        <p:txBody>
          <a:bodyPr rtlCol="0"/>
          <a:lstStyle/>
          <a:p>
            <a:pPr rtl="0"/>
            <a:fld id="{AEAA3239-9EA4-4A65-A281-97F994456D9F}" type="slidenum">
              <a:rPr lang="en-US" smtClean="0"/>
              <a:t>‹nº›</a:t>
            </a:fld>
            <a:endParaRPr lang="en-US" dirty="0"/>
          </a:p>
        </p:txBody>
      </p:sp>
      <p:sp>
        <p:nvSpPr>
          <p:cNvPr id="14" name="Espaço Reservado para Imagem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609600" y="1371599"/>
            <a:ext cx="3950854" cy="48768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4950290" y="2362534"/>
            <a:ext cx="6626014" cy="390153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0183034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údo com Imagem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1371599"/>
            <a:ext cx="6632111" cy="606888"/>
          </a:xfrm>
        </p:spPr>
        <p:txBody>
          <a:bodyPr rtlCol="0" anchor="t"/>
          <a:lstStyle/>
          <a:p>
            <a:pPr rtl="0"/>
            <a:r>
              <a:rPr lang="pt-br"/>
              <a:t>Clique para editar o estilo de título Mestre</a:t>
            </a:r>
            <a:endParaRPr lang="en-US" dirty="0"/>
          </a:p>
        </p:txBody>
      </p:sp>
      <p:sp>
        <p:nvSpPr>
          <p:cNvPr id="9" name="Espaço Reservado para Data 8">
            <a:extLst>
              <a:ext uri="{FF2B5EF4-FFF2-40B4-BE49-F238E27FC236}">
                <a16:creationId xmlns:a16="http://schemas.microsoft.com/office/drawing/2014/main" id="{81177663-FC76-DF36-EEB7-5BE4C6C82F3A}"/>
              </a:ext>
            </a:extLst>
          </p:cNvPr>
          <p:cNvSpPr>
            <a:spLocks noGrp="1"/>
          </p:cNvSpPr>
          <p:nvPr>
            <p:ph type="dt" sz="half" idx="15"/>
          </p:nvPr>
        </p:nvSpPr>
        <p:spPr>
          <a:xfrm>
            <a:off x="609600" y="322731"/>
            <a:ext cx="914400" cy="283464"/>
          </a:xfrm>
        </p:spPr>
        <p:txBody>
          <a:bodyPr rtlCol="0"/>
          <a:lstStyle/>
          <a:p>
            <a:pPr rtl="0"/>
            <a:r>
              <a:rPr lang="en-US"/>
              <a:t>21/11/2025</a:t>
            </a:r>
            <a:endParaRPr lang="en-US" dirty="0"/>
          </a:p>
        </p:txBody>
      </p:sp>
      <p:sp>
        <p:nvSpPr>
          <p:cNvPr id="10" name="Espaço Reservado para Rodapé 9">
            <a:extLst>
              <a:ext uri="{FF2B5EF4-FFF2-40B4-BE49-F238E27FC236}">
                <a16:creationId xmlns:a16="http://schemas.microsoft.com/office/drawing/2014/main" id="{4515DEC4-C967-ABFB-73CF-0A90335332A4}"/>
              </a:ext>
            </a:extLst>
          </p:cNvPr>
          <p:cNvSpPr>
            <a:spLocks noGrp="1"/>
          </p:cNvSpPr>
          <p:nvPr>
            <p:ph type="ftr" sz="quarter" idx="16"/>
          </p:nvPr>
        </p:nvSpPr>
        <p:spPr>
          <a:xfrm>
            <a:off x="2514600" y="322731"/>
            <a:ext cx="7162799" cy="283464"/>
          </a:xfrm>
        </p:spPr>
        <p:txBody>
          <a:bodyPr rtlCol="0"/>
          <a:lstStyle/>
          <a:p>
            <a:pPr rtl="0"/>
            <a:r>
              <a:rPr lang="pt-br"/>
              <a:t>Exemplo de Texto de Rodapé</a:t>
            </a:r>
          </a:p>
        </p:txBody>
      </p:sp>
      <p:sp>
        <p:nvSpPr>
          <p:cNvPr id="12" name="Espaço Reservado para o Número do Slide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653334" y="322731"/>
            <a:ext cx="914400" cy="283464"/>
          </a:xfrm>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612774" y="2362534"/>
            <a:ext cx="6631984" cy="3885865"/>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Imagem 13">
            <a:extLst>
              <a:ext uri="{FF2B5EF4-FFF2-40B4-BE49-F238E27FC236}">
                <a16:creationId xmlns:a16="http://schemas.microsoft.com/office/drawing/2014/main" id="{D62B7BD4-B0D6-F90A-8AD2-9FA1574A17A8}"/>
              </a:ext>
            </a:extLst>
          </p:cNvPr>
          <p:cNvSpPr>
            <a:spLocks noGrp="1"/>
          </p:cNvSpPr>
          <p:nvPr>
            <p:ph type="pic" sz="quarter" idx="18" hasCustomPrompt="1"/>
          </p:nvPr>
        </p:nvSpPr>
        <p:spPr>
          <a:xfrm>
            <a:off x="7616880" y="1371599"/>
            <a:ext cx="3950854" cy="48768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Tree>
    <p:extLst>
      <p:ext uri="{BB962C8B-B14F-4D97-AF65-F5344CB8AC3E}">
        <p14:creationId xmlns:p14="http://schemas.microsoft.com/office/powerpoint/2010/main" val="3768809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údo com Imagem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410118" y="1371600"/>
            <a:ext cx="7172282" cy="606886"/>
          </a:xfrm>
        </p:spPr>
        <p:txBody>
          <a:bodyPr rtlCol="0" anchor="t"/>
          <a:lstStyle/>
          <a:p>
            <a:pPr rtl="0"/>
            <a:r>
              <a:rPr lang="pt-br"/>
              <a:t>Clique para editar o estilo de título Mestre</a:t>
            </a:r>
            <a:endParaRPr lang="en-US" dirty="0"/>
          </a:p>
        </p:txBody>
      </p:sp>
      <p:sp>
        <p:nvSpPr>
          <p:cNvPr id="3" name="Espaço Reservado para Data 2">
            <a:extLst>
              <a:ext uri="{FF2B5EF4-FFF2-40B4-BE49-F238E27FC236}">
                <a16:creationId xmlns:a16="http://schemas.microsoft.com/office/drawing/2014/main" id="{F0BFB53A-8FDF-F131-DCF2-D7BECE95381F}"/>
              </a:ext>
            </a:extLst>
          </p:cNvPr>
          <p:cNvSpPr>
            <a:spLocks noGrp="1"/>
          </p:cNvSpPr>
          <p:nvPr>
            <p:ph type="dt" sz="half" idx="15"/>
          </p:nvPr>
        </p:nvSpPr>
        <p:spPr>
          <a:xfrm>
            <a:off x="609600" y="322731"/>
            <a:ext cx="914400" cy="283464"/>
          </a:xfrm>
        </p:spPr>
        <p:txBody>
          <a:bodyPr rtlCol="0"/>
          <a:lstStyle/>
          <a:p>
            <a:pPr rtl="0"/>
            <a:r>
              <a:rPr lang="en-US"/>
              <a:t>21/11/2025</a:t>
            </a:r>
            <a:endParaRPr lang="en-US" dirty="0"/>
          </a:p>
        </p:txBody>
      </p:sp>
      <p:sp>
        <p:nvSpPr>
          <p:cNvPr id="4" name="Espaço Reservado para Rodapé 3">
            <a:extLst>
              <a:ext uri="{FF2B5EF4-FFF2-40B4-BE49-F238E27FC236}">
                <a16:creationId xmlns:a16="http://schemas.microsoft.com/office/drawing/2014/main" id="{5446E4B5-B423-4137-0255-D68BAC85BE95}"/>
              </a:ext>
            </a:extLst>
          </p:cNvPr>
          <p:cNvSpPr>
            <a:spLocks noGrp="1"/>
          </p:cNvSpPr>
          <p:nvPr>
            <p:ph type="ftr" sz="quarter" idx="16"/>
          </p:nvPr>
        </p:nvSpPr>
        <p:spPr>
          <a:xfrm>
            <a:off x="2514600" y="322731"/>
            <a:ext cx="7162800" cy="283464"/>
          </a:xfrm>
        </p:spPr>
        <p:txBody>
          <a:bodyPr rtlCol="0"/>
          <a:lstStyle/>
          <a:p>
            <a:pPr rtl="0"/>
            <a:r>
              <a:rPr lang="pt-br"/>
              <a:t>Texto de Exemplo do Rodapé</a:t>
            </a:r>
          </a:p>
        </p:txBody>
      </p:sp>
      <p:sp>
        <p:nvSpPr>
          <p:cNvPr id="9" name="Espaço Reservado para o Número do Slide 8">
            <a:extLst>
              <a:ext uri="{FF2B5EF4-FFF2-40B4-BE49-F238E27FC236}">
                <a16:creationId xmlns:a16="http://schemas.microsoft.com/office/drawing/2014/main" id="{79FEC5A8-0DCB-9EEB-83E2-0411804C543D}"/>
              </a:ext>
            </a:extLst>
          </p:cNvPr>
          <p:cNvSpPr>
            <a:spLocks noGrp="1"/>
          </p:cNvSpPr>
          <p:nvPr>
            <p:ph type="sldNum" sz="quarter" idx="17"/>
          </p:nvPr>
        </p:nvSpPr>
        <p:spPr>
          <a:xfrm>
            <a:off x="10668000" y="322731"/>
            <a:ext cx="914400" cy="283464"/>
          </a:xfrm>
        </p:spPr>
        <p:txBody>
          <a:bodyPr rtlCol="0"/>
          <a:lstStyle/>
          <a:p>
            <a:pPr rtl="0"/>
            <a:fld id="{AEAA3239-9EA4-4A65-A281-97F994456D9F}" type="slidenum">
              <a:rPr lang="en-US" smtClean="0"/>
              <a:t>‹nº›</a:t>
            </a:fld>
            <a:endParaRPr lang="en-US" dirty="0"/>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1371600"/>
            <a:ext cx="3413760" cy="4876800"/>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4410118" y="2362534"/>
            <a:ext cx="7172282" cy="3885866"/>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4112582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údo com Imagem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6" y="1371600"/>
            <a:ext cx="7166187" cy="606886"/>
          </a:xfrm>
        </p:spPr>
        <p:txBody>
          <a:bodyPr rtlCol="0" anchor="t"/>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rtlCol="0"/>
          <a:lstStyle/>
          <a:p>
            <a:pPr rtl="0"/>
            <a:r>
              <a:rPr lang="en-US"/>
              <a:t>21/11/2025</a:t>
            </a:r>
            <a:endParaRPr lang="en-US" dirty="0"/>
          </a:p>
        </p:txBody>
      </p:sp>
      <p:sp>
        <p:nvSpPr>
          <p:cNvPr id="9" name="Espaço Reservado para Rodapé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rtlCol="0"/>
          <a:lstStyle/>
          <a:p>
            <a:pPr rtl="0"/>
            <a:r>
              <a:rPr lang="pt-br"/>
              <a:t>Amostra de Texto de Rodapé</a:t>
            </a:r>
          </a:p>
        </p:txBody>
      </p:sp>
      <p:sp>
        <p:nvSpPr>
          <p:cNvPr id="10" name="Espaço Reservado para o Número do Slide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4953" y="322731"/>
            <a:ext cx="914400" cy="283464"/>
          </a:xfrm>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612647" y="2362534"/>
            <a:ext cx="7166188" cy="3885866"/>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3" name="Espaço Reservado para Imagem 10">
            <a:extLst>
              <a:ext uri="{FF2B5EF4-FFF2-40B4-BE49-F238E27FC236}">
                <a16:creationId xmlns:a16="http://schemas.microsoft.com/office/drawing/2014/main" id="{3B8151E2-ED8A-E9B1-A83A-CF01A37B5F98}"/>
              </a:ext>
            </a:extLst>
          </p:cNvPr>
          <p:cNvSpPr>
            <a:spLocks noGrp="1"/>
          </p:cNvSpPr>
          <p:nvPr>
            <p:ph type="pic" sz="quarter" idx="13" hasCustomPrompt="1"/>
          </p:nvPr>
        </p:nvSpPr>
        <p:spPr>
          <a:xfrm>
            <a:off x="8165593" y="1373529"/>
            <a:ext cx="3413760" cy="4876800"/>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Tree>
    <p:extLst>
      <p:ext uri="{BB962C8B-B14F-4D97-AF65-F5344CB8AC3E}">
        <p14:creationId xmlns:p14="http://schemas.microsoft.com/office/powerpoint/2010/main" val="126237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údo com Imagem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904077" y="1371599"/>
            <a:ext cx="4667987" cy="606887"/>
          </a:xfrm>
        </p:spPr>
        <p:txBody>
          <a:bodyPr rtlCol="0" anchor="t">
            <a:normAutofit/>
          </a:bodyPr>
          <a:lstStyle>
            <a:lvl1pPr>
              <a:defRPr sz="2400"/>
            </a:lvl1pPr>
          </a:lstStyle>
          <a:p>
            <a:pPr rtl="0"/>
            <a:r>
              <a:rPr lang="pt-br"/>
              <a:t>Clique para editar o estilo de título Mestre</a:t>
            </a:r>
            <a:endParaRPr lang="en-US" dirty="0"/>
          </a:p>
        </p:txBody>
      </p:sp>
      <p:sp>
        <p:nvSpPr>
          <p:cNvPr id="9" name="Espaço Reservado para Data 4">
            <a:extLst>
              <a:ext uri="{FF2B5EF4-FFF2-40B4-BE49-F238E27FC236}">
                <a16:creationId xmlns:a16="http://schemas.microsoft.com/office/drawing/2014/main" id="{ADD95619-B63B-77E6-BE04-262FAAD12CB4}"/>
              </a:ext>
            </a:extLst>
          </p:cNvPr>
          <p:cNvSpPr>
            <a:spLocks noGrp="1"/>
          </p:cNvSpPr>
          <p:nvPr>
            <p:ph type="dt" sz="half" idx="10"/>
          </p:nvPr>
        </p:nvSpPr>
        <p:spPr>
          <a:xfrm>
            <a:off x="609600" y="322731"/>
            <a:ext cx="914400" cy="283464"/>
          </a:xfrm>
        </p:spPr>
        <p:txBody>
          <a:bodyPr rtlCol="0"/>
          <a:lstStyle>
            <a:lvl1pPr>
              <a:defRPr>
                <a:solidFill>
                  <a:schemeClr val="tx1"/>
                </a:solidFill>
                <a:effectLst/>
              </a:defRPr>
            </a:lvl1pPr>
          </a:lstStyle>
          <a:p>
            <a:pPr rtl="0"/>
            <a:r>
              <a:rPr lang="en-US"/>
              <a:t>21/11/2025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1" y="322731"/>
            <a:ext cx="914400" cy="283464"/>
          </a:xfrm>
        </p:spPr>
        <p:txBody>
          <a:bodyPr rtlCol="0"/>
          <a:lstStyle/>
          <a:p>
            <a:pPr rtl="0"/>
            <a:fld id="{AEAA3239-9EA4-4A65-A281-97F994456D9F}" type="slidenum">
              <a:rPr lang="en-US" smtClean="0"/>
              <a:t>‹nº›</a:t>
            </a:fld>
            <a:endParaRPr lang="en-US" dirty="0"/>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5882642" cy="4876800"/>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7FF0220E-48F8-B4D9-19DE-7B457C3C221C}"/>
              </a:ext>
            </a:extLst>
          </p:cNvPr>
          <p:cNvSpPr>
            <a:spLocks noGrp="1"/>
          </p:cNvSpPr>
          <p:nvPr>
            <p:ph sz="quarter" idx="14"/>
          </p:nvPr>
        </p:nvSpPr>
        <p:spPr>
          <a:xfrm>
            <a:off x="6906805" y="2362535"/>
            <a:ext cx="4675596" cy="3885866"/>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047734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údo com Imagem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9" y="1371600"/>
            <a:ext cx="4700225" cy="606887"/>
          </a:xfrm>
        </p:spPr>
        <p:txBody>
          <a:bodyPr rtlCol="0" anchor="t">
            <a:normAutofit/>
          </a:bodyPr>
          <a:lstStyle>
            <a:lvl1pPr>
              <a:defRPr sz="2400"/>
            </a:lvl1pPr>
          </a:lstStyle>
          <a:p>
            <a:pPr rtl="0"/>
            <a:r>
              <a:rPr lang="pt-br"/>
              <a:t>Clique para editar o estilo de título Mestre</a:t>
            </a:r>
            <a:endParaRPr lang="en-US" dirty="0"/>
          </a:p>
        </p:txBody>
      </p:sp>
      <p:sp>
        <p:nvSpPr>
          <p:cNvPr id="10" name="Espaço Reservado para Data 4">
            <a:extLst>
              <a:ext uri="{FF2B5EF4-FFF2-40B4-BE49-F238E27FC236}">
                <a16:creationId xmlns:a16="http://schemas.microsoft.com/office/drawing/2014/main" id="{84676EBB-6E0A-AD72-143B-39A640FF3585}"/>
              </a:ext>
            </a:extLst>
          </p:cNvPr>
          <p:cNvSpPr>
            <a:spLocks noGrp="1"/>
          </p:cNvSpPr>
          <p:nvPr>
            <p:ph type="dt" sz="half" idx="10"/>
          </p:nvPr>
        </p:nvSpPr>
        <p:spPr>
          <a:xfrm>
            <a:off x="609600" y="322731"/>
            <a:ext cx="914400" cy="283464"/>
          </a:xfrm>
        </p:spPr>
        <p:txBody>
          <a:bodyPr rtlCol="0"/>
          <a:lstStyle>
            <a:lvl1pPr>
              <a:defRPr>
                <a:solidFill>
                  <a:schemeClr val="tx1"/>
                </a:solidFill>
              </a:defRPr>
            </a:lvl1pPr>
          </a:lstStyle>
          <a:p>
            <a:pPr rtl="0"/>
            <a:r>
              <a:rPr lang="en-US"/>
              <a:t>21/11/2025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rtlCol="0"/>
          <a:lstStyle>
            <a:lvl1pPr>
              <a:defRPr>
                <a:solidFill>
                  <a:schemeClr val="tx1"/>
                </a:solidFill>
                <a:effectLst/>
              </a:defRPr>
            </a:lvl1pPr>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rtlCol="0"/>
          <a:lstStyle>
            <a:lvl1pPr>
              <a:defRPr>
                <a:solidFill>
                  <a:schemeClr val="tx1"/>
                </a:solidFill>
                <a:effectLst/>
              </a:defRPr>
            </a:lvl1pPr>
          </a:lstStyle>
          <a:p>
            <a:pPr rtl="0"/>
            <a:fld id="{AEAA3239-9EA4-4A65-A281-97F994456D9F}" type="slidenum">
              <a:rPr lang="en-US" smtClean="0"/>
              <a:pPr rtl="0"/>
              <a:t>‹nº›</a:t>
            </a:fld>
            <a:endParaRPr lang="en-US" dirty="0"/>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612775" y="2362534"/>
            <a:ext cx="4700225" cy="3885866"/>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3" name="Espaço Reservado para Imagem 10">
            <a:extLst>
              <a:ext uri="{FF2B5EF4-FFF2-40B4-BE49-F238E27FC236}">
                <a16:creationId xmlns:a16="http://schemas.microsoft.com/office/drawing/2014/main" id="{87DB94FD-8F2A-F0DB-71EB-3565077D4A20}"/>
              </a:ext>
            </a:extLst>
          </p:cNvPr>
          <p:cNvSpPr>
            <a:spLocks noGrp="1"/>
          </p:cNvSpPr>
          <p:nvPr>
            <p:ph type="pic" sz="quarter" idx="15" hasCustomPrompt="1"/>
          </p:nvPr>
        </p:nvSpPr>
        <p:spPr>
          <a:xfrm>
            <a:off x="5699758" y="1371600"/>
            <a:ext cx="5882642" cy="4876800"/>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Tree>
    <p:extLst>
      <p:ext uri="{BB962C8B-B14F-4D97-AF65-F5344CB8AC3E}">
        <p14:creationId xmlns:p14="http://schemas.microsoft.com/office/powerpoint/2010/main" val="1940440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údo com Imagem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212663" y="1371599"/>
            <a:ext cx="3363514" cy="914401"/>
          </a:xfrm>
        </p:spPr>
        <p:txBody>
          <a:bodyPr rtlCol="0" anchor="t">
            <a:normAutofit/>
          </a:bodyPr>
          <a:lstStyle>
            <a:lvl1pPr>
              <a:defRPr sz="2400"/>
            </a:lvl1pPr>
          </a:lstStyle>
          <a:p>
            <a:pPr rtl="0"/>
            <a:r>
              <a:rPr lang="pt-br"/>
              <a:t>Clique para editar o estilo de título Mestre</a:t>
            </a:r>
          </a:p>
        </p:txBody>
      </p:sp>
      <p:sp>
        <p:nvSpPr>
          <p:cNvPr id="6" name="Espaço Reservado para Data 3">
            <a:extLst>
              <a:ext uri="{FF2B5EF4-FFF2-40B4-BE49-F238E27FC236}">
                <a16:creationId xmlns:a16="http://schemas.microsoft.com/office/drawing/2014/main" id="{CBA07C19-A01D-B0B9-930B-9E9E7D2E653C}"/>
              </a:ext>
            </a:extLst>
          </p:cNvPr>
          <p:cNvSpPr>
            <a:spLocks noGrp="1"/>
          </p:cNvSpPr>
          <p:nvPr>
            <p:ph type="dt" sz="half" idx="15"/>
          </p:nvPr>
        </p:nvSpPr>
        <p:spPr>
          <a:xfrm>
            <a:off x="609600" y="322731"/>
            <a:ext cx="914400" cy="283464"/>
          </a:xfrm>
        </p:spPr>
        <p:txBody>
          <a:bodyPr rtlCol="0"/>
          <a:lstStyle/>
          <a:p>
            <a:pPr rtl="0"/>
            <a:r>
              <a:rPr lang="en-US"/>
              <a:t>21/11/2025</a:t>
            </a:r>
            <a:endParaRPr lang="en-US" dirty="0"/>
          </a:p>
        </p:txBody>
      </p:sp>
      <p:sp>
        <p:nvSpPr>
          <p:cNvPr id="9" name="Espaço Reservado para Rodapé 8">
            <a:extLst>
              <a:ext uri="{FF2B5EF4-FFF2-40B4-BE49-F238E27FC236}">
                <a16:creationId xmlns:a16="http://schemas.microsoft.com/office/drawing/2014/main" id="{B09198F5-FF38-389C-E060-120AC6301809}"/>
              </a:ext>
            </a:extLst>
          </p:cNvPr>
          <p:cNvSpPr>
            <a:spLocks noGrp="1"/>
          </p:cNvSpPr>
          <p:nvPr>
            <p:ph type="ftr" sz="quarter" idx="16"/>
          </p:nvPr>
        </p:nvSpPr>
        <p:spPr>
          <a:xfrm>
            <a:off x="2514600" y="322731"/>
            <a:ext cx="7162799" cy="283464"/>
          </a:xfrm>
        </p:spPr>
        <p:txBody>
          <a:bodyPr rtlCol="0"/>
          <a:lstStyle/>
          <a:p>
            <a:pPr rtl="0"/>
            <a:r>
              <a:rPr lang="pt-br"/>
              <a:t>Amostra de Texto de Rodapé</a:t>
            </a:r>
          </a:p>
        </p:txBody>
      </p:sp>
      <p:sp>
        <p:nvSpPr>
          <p:cNvPr id="10" name="Espaço Reservado para o Número do Slide 9">
            <a:extLst>
              <a:ext uri="{FF2B5EF4-FFF2-40B4-BE49-F238E27FC236}">
                <a16:creationId xmlns:a16="http://schemas.microsoft.com/office/drawing/2014/main" id="{4963CA08-6B63-DC1E-8CB3-C323C9040122}"/>
              </a:ext>
            </a:extLst>
          </p:cNvPr>
          <p:cNvSpPr>
            <a:spLocks noGrp="1"/>
          </p:cNvSpPr>
          <p:nvPr>
            <p:ph type="sldNum" sz="quarter" idx="17"/>
          </p:nvPr>
        </p:nvSpPr>
        <p:spPr>
          <a:xfrm>
            <a:off x="10661903" y="322731"/>
            <a:ext cx="914400" cy="283464"/>
          </a:xfrm>
        </p:spPr>
        <p:txBody>
          <a:bodyPr rtlCol="0"/>
          <a:lstStyle/>
          <a:p>
            <a:pPr rtl="0"/>
            <a:fld id="{AEAA3239-9EA4-4A65-A281-97F994456D9F}" type="slidenum">
              <a:rPr lang="en-US" smtClean="0"/>
              <a:t>‹nº›</a:t>
            </a:fld>
            <a:endParaRPr lang="en-US" dirty="0"/>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1371600"/>
            <a:ext cx="7197978" cy="4876800"/>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8218887" y="2670047"/>
            <a:ext cx="3363513" cy="357835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3357419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údo com Imagem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5697" y="1371599"/>
            <a:ext cx="3363513" cy="914401"/>
          </a:xfrm>
        </p:spPr>
        <p:txBody>
          <a:bodyPr rtlCol="0" anchor="t">
            <a:normAutofit/>
          </a:bodyPr>
          <a:lstStyle>
            <a:lvl1pPr>
              <a:defRPr sz="2400"/>
            </a:lvl1pPr>
          </a:lstStyle>
          <a:p>
            <a:pPr rtl="0"/>
            <a:r>
              <a:rPr lang="pt-br"/>
              <a:t>Clique para editar o estilo de título Mestre</a:t>
            </a:r>
            <a:endParaRPr lang="en-US" dirty="0"/>
          </a:p>
        </p:txBody>
      </p:sp>
      <p:sp>
        <p:nvSpPr>
          <p:cNvPr id="4" name="Espaço Reservado para Data 3">
            <a:extLst>
              <a:ext uri="{FF2B5EF4-FFF2-40B4-BE49-F238E27FC236}">
                <a16:creationId xmlns:a16="http://schemas.microsoft.com/office/drawing/2014/main" id="{15305F20-8340-4F06-2EA5-4D05FFED4587}"/>
              </a:ext>
            </a:extLst>
          </p:cNvPr>
          <p:cNvSpPr>
            <a:spLocks noGrp="1"/>
          </p:cNvSpPr>
          <p:nvPr>
            <p:ph type="dt" sz="half" idx="15"/>
          </p:nvPr>
        </p:nvSpPr>
        <p:spPr>
          <a:xfrm>
            <a:off x="609600" y="322731"/>
            <a:ext cx="914400" cy="283464"/>
          </a:xfrm>
        </p:spPr>
        <p:txBody>
          <a:bodyPr rtlCol="0"/>
          <a:lstStyle/>
          <a:p>
            <a:pPr rtl="0"/>
            <a:r>
              <a:rPr lang="en-US"/>
              <a:t>21/11/2025</a:t>
            </a:r>
            <a:endParaRPr lang="en-US" dirty="0"/>
          </a:p>
        </p:txBody>
      </p:sp>
      <p:sp>
        <p:nvSpPr>
          <p:cNvPr id="9" name="Espaço Reservado para Rodapé 8">
            <a:extLst>
              <a:ext uri="{FF2B5EF4-FFF2-40B4-BE49-F238E27FC236}">
                <a16:creationId xmlns:a16="http://schemas.microsoft.com/office/drawing/2014/main" id="{B09198F5-FF38-389C-E060-120AC6301809}"/>
              </a:ext>
            </a:extLst>
          </p:cNvPr>
          <p:cNvSpPr>
            <a:spLocks noGrp="1"/>
          </p:cNvSpPr>
          <p:nvPr>
            <p:ph type="ftr" sz="quarter" idx="16"/>
          </p:nvPr>
        </p:nvSpPr>
        <p:spPr>
          <a:xfrm>
            <a:off x="2514600" y="322731"/>
            <a:ext cx="7162800" cy="283464"/>
          </a:xfrm>
        </p:spPr>
        <p:txBody>
          <a:bodyPr rtlCol="0"/>
          <a:lstStyle/>
          <a:p>
            <a:pPr rtl="0"/>
            <a:r>
              <a:rPr lang="pt-br"/>
              <a:t>Amostra de Texto de Rodapé</a:t>
            </a:r>
          </a:p>
        </p:txBody>
      </p:sp>
      <p:sp>
        <p:nvSpPr>
          <p:cNvPr id="10" name="Espaço Reservado para o Número do Slide 9">
            <a:extLst>
              <a:ext uri="{FF2B5EF4-FFF2-40B4-BE49-F238E27FC236}">
                <a16:creationId xmlns:a16="http://schemas.microsoft.com/office/drawing/2014/main" id="{4963CA08-6B63-DC1E-8CB3-C323C9040122}"/>
              </a:ext>
            </a:extLst>
          </p:cNvPr>
          <p:cNvSpPr>
            <a:spLocks noGrp="1"/>
          </p:cNvSpPr>
          <p:nvPr>
            <p:ph type="sldNum" sz="quarter" idx="17"/>
          </p:nvPr>
        </p:nvSpPr>
        <p:spPr>
          <a:xfrm>
            <a:off x="10661776" y="322731"/>
            <a:ext cx="914400" cy="283464"/>
          </a:xfrm>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615825" y="2670047"/>
            <a:ext cx="3363386" cy="357835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3" name="Espaço Reservado para Imagem 10">
            <a:extLst>
              <a:ext uri="{FF2B5EF4-FFF2-40B4-BE49-F238E27FC236}">
                <a16:creationId xmlns:a16="http://schemas.microsoft.com/office/drawing/2014/main" id="{158FD965-81B2-7E47-FC2D-2FFFA61C3D06}"/>
              </a:ext>
            </a:extLst>
          </p:cNvPr>
          <p:cNvSpPr>
            <a:spLocks noGrp="1"/>
          </p:cNvSpPr>
          <p:nvPr>
            <p:ph type="pic" sz="quarter" idx="18" hasCustomPrompt="1"/>
          </p:nvPr>
        </p:nvSpPr>
        <p:spPr>
          <a:xfrm>
            <a:off x="4378198" y="1371600"/>
            <a:ext cx="7197978" cy="4876800"/>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Tree>
    <p:extLst>
      <p:ext uri="{BB962C8B-B14F-4D97-AF65-F5344CB8AC3E}">
        <p14:creationId xmlns:p14="http://schemas.microsoft.com/office/powerpoint/2010/main" val="21462785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údo com Imagem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888061" y="1371600"/>
            <a:ext cx="2699254" cy="1836503"/>
          </a:xfrm>
        </p:spPr>
        <p:txBody>
          <a:bodyPr rtlCol="0" anchor="t"/>
          <a:lstStyle/>
          <a:p>
            <a:pPr rtl="0"/>
            <a:r>
              <a:rPr lang="pt-br"/>
              <a:t>Clique para editar o estilo de título Mestre</a:t>
            </a:r>
            <a:endParaRPr lang="en-US" dirty="0"/>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rtlCol="0"/>
          <a:lstStyle>
            <a:lvl1pPr>
              <a:defRPr>
                <a:solidFill>
                  <a:schemeClr val="tx1"/>
                </a:solidFill>
                <a:effectLst/>
              </a:defRPr>
            </a:lvl1pPr>
          </a:lstStyle>
          <a:p>
            <a:pPr rtl="0"/>
            <a:r>
              <a:rPr lang="en-US"/>
              <a:t>21/11/2025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1" y="322731"/>
            <a:ext cx="7162800" cy="283464"/>
          </a:xfrm>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1" y="322731"/>
            <a:ext cx="914400" cy="283464"/>
          </a:xfrm>
        </p:spPr>
        <p:txBody>
          <a:bodyPr rtlCol="0"/>
          <a:lstStyle/>
          <a:p>
            <a:pPr rtl="0"/>
            <a:fld id="{AEAA3239-9EA4-4A65-A281-97F994456D9F}" type="slidenum">
              <a:rPr lang="en-US" smtClean="0"/>
              <a:t>‹nº›</a:t>
            </a:fld>
            <a:endParaRPr lang="en-US" dirty="0"/>
          </a:p>
        </p:txBody>
      </p:sp>
      <p:sp>
        <p:nvSpPr>
          <p:cNvPr id="10" name="Espaço Reservado para Imagem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5697" y="1371600"/>
            <a:ext cx="7885606" cy="4876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8883147" y="3592150"/>
            <a:ext cx="2699254"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36443800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údo com Imagem 10">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5697" y="1371600"/>
            <a:ext cx="2699254" cy="1858941"/>
          </a:xfrm>
        </p:spPr>
        <p:txBody>
          <a:bodyPr rtlCol="0" anchor="t"/>
          <a:lstStyle/>
          <a:p>
            <a:pPr rtl="0"/>
            <a:r>
              <a:rPr lang="pt-br"/>
              <a:t>Clique para editar o estilo de título Mestre</a:t>
            </a:r>
            <a:endParaRPr lang="en-US" dirty="0"/>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rtlCol="0"/>
          <a:lstStyle>
            <a:lvl1pPr>
              <a:defRPr>
                <a:solidFill>
                  <a:schemeClr val="tx1"/>
                </a:solidFill>
                <a:effectLst/>
              </a:defRPr>
            </a:lvl1pPr>
          </a:lstStyle>
          <a:p>
            <a:pPr rtl="0"/>
            <a:r>
              <a:rPr lang="en-US"/>
              <a:t>21/11/2025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616691" y="3592150"/>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3" name="Espaço Reservado para Imagem 9">
            <a:extLst>
              <a:ext uri="{FF2B5EF4-FFF2-40B4-BE49-F238E27FC236}">
                <a16:creationId xmlns:a16="http://schemas.microsoft.com/office/drawing/2014/main" id="{7A8F660F-60A6-785B-047B-B48856C7BBFC}"/>
              </a:ext>
            </a:extLst>
          </p:cNvPr>
          <p:cNvSpPr>
            <a:spLocks noGrp="1"/>
          </p:cNvSpPr>
          <p:nvPr>
            <p:ph type="pic" sz="quarter" idx="15" hasCustomPrompt="1"/>
          </p:nvPr>
        </p:nvSpPr>
        <p:spPr>
          <a:xfrm>
            <a:off x="3696794" y="1371600"/>
            <a:ext cx="7885606" cy="4876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Tree>
    <p:extLst>
      <p:ext uri="{BB962C8B-B14F-4D97-AF65-F5344CB8AC3E}">
        <p14:creationId xmlns:p14="http://schemas.microsoft.com/office/powerpoint/2010/main" val="1264009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údo com Imagem 1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6" y="5012267"/>
            <a:ext cx="4019522" cy="1236133"/>
          </a:xfrm>
        </p:spPr>
        <p:txBody>
          <a:bodyPr rtlCol="0" anchor="t">
            <a:normAutofit/>
          </a:bodyPr>
          <a:lstStyle>
            <a:lvl1pPr>
              <a:defRPr sz="2400"/>
            </a:lvl1pPr>
          </a:lstStyle>
          <a:p>
            <a:pPr rtl="0"/>
            <a:r>
              <a:rPr lang="pt-br"/>
              <a:t>Clique para editar o estilo de título Mestre</a:t>
            </a:r>
            <a:endParaRPr lang="en-US" dirty="0"/>
          </a:p>
        </p:txBody>
      </p:sp>
      <p:sp>
        <p:nvSpPr>
          <p:cNvPr id="12" name="Espaço Reservado para Data 4">
            <a:extLst>
              <a:ext uri="{FF2B5EF4-FFF2-40B4-BE49-F238E27FC236}">
                <a16:creationId xmlns:a16="http://schemas.microsoft.com/office/drawing/2014/main" id="{2D9E4C7C-63E4-6DA5-5108-15D4DA6D0607}"/>
              </a:ext>
            </a:extLst>
          </p:cNvPr>
          <p:cNvSpPr>
            <a:spLocks noGrp="1"/>
          </p:cNvSpPr>
          <p:nvPr>
            <p:ph type="dt" sz="half" idx="10"/>
          </p:nvPr>
        </p:nvSpPr>
        <p:spPr>
          <a:xfrm>
            <a:off x="609600" y="322731"/>
            <a:ext cx="914400" cy="286869"/>
          </a:xfrm>
        </p:spPr>
        <p:txBody>
          <a:bodyPr rtlCol="0"/>
          <a:lstStyle/>
          <a:p>
            <a:pPr rtl="0"/>
            <a:r>
              <a:rPr lang="en-US"/>
              <a:t>21/11/2025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10966705" cy="3256619"/>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5018927" y="5012267"/>
            <a:ext cx="6563474" cy="123613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3932469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údo com Imagem 1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6" y="4205330"/>
            <a:ext cx="3044954" cy="2019586"/>
          </a:xfrm>
        </p:spPr>
        <p:txBody>
          <a:bodyPr rtlCol="0" anchor="t">
            <a:normAutofit/>
          </a:bodyPr>
          <a:lstStyle>
            <a:lvl1pPr>
              <a:defRPr sz="2400"/>
            </a:lvl1pPr>
          </a:lstStyle>
          <a:p>
            <a:pPr rtl="0"/>
            <a:r>
              <a:rPr lang="pt-br"/>
              <a:t>Clique para editar o estilo de título Mestre</a:t>
            </a:r>
            <a:endParaRPr lang="en-US" dirty="0"/>
          </a:p>
        </p:txBody>
      </p:sp>
      <p:sp>
        <p:nvSpPr>
          <p:cNvPr id="9" name="Espaço Reservado para Data 4">
            <a:extLst>
              <a:ext uri="{FF2B5EF4-FFF2-40B4-BE49-F238E27FC236}">
                <a16:creationId xmlns:a16="http://schemas.microsoft.com/office/drawing/2014/main" id="{E59D63EA-A363-194D-0D29-EB63BC89E3E3}"/>
              </a:ext>
            </a:extLst>
          </p:cNvPr>
          <p:cNvSpPr>
            <a:spLocks noGrp="1"/>
          </p:cNvSpPr>
          <p:nvPr>
            <p:ph type="dt" sz="half" idx="10"/>
          </p:nvPr>
        </p:nvSpPr>
        <p:spPr>
          <a:xfrm>
            <a:off x="609600" y="322731"/>
            <a:ext cx="914400" cy="286869"/>
          </a:xfrm>
        </p:spPr>
        <p:txBody>
          <a:bodyPr rtlCol="0"/>
          <a:lstStyle/>
          <a:p>
            <a:pPr rtl="0"/>
            <a:r>
              <a:rPr lang="en-US"/>
              <a:t>21/11/2025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10966705" cy="2449683"/>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044358" y="4205331"/>
            <a:ext cx="7538041" cy="201958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33385680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údo com Imagem 1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09600" y="1390892"/>
            <a:ext cx="3021873" cy="1773540"/>
          </a:xfrm>
        </p:spPr>
        <p:txBody>
          <a:bodyPr rtlCol="0" anchor="t">
            <a:normAutofit/>
          </a:bodyPr>
          <a:lstStyle>
            <a:lvl1pPr>
              <a:defRPr sz="2800"/>
            </a:lvl1pPr>
          </a:lstStyle>
          <a:p>
            <a:pPr rtl="0"/>
            <a:r>
              <a:rPr lang="pt-br"/>
              <a:t>Clique para editar o estilo de título Mestre</a:t>
            </a:r>
            <a:endParaRPr lang="en-US" dirty="0"/>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rtlCol="0"/>
          <a:lstStyle/>
          <a:p>
            <a:pPr rtl="0"/>
            <a:r>
              <a:rPr lang="en-US"/>
              <a:t>21/11/2025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122370" y="1390891"/>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Imagem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09599" y="4127577"/>
            <a:ext cx="10972801" cy="2120823"/>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Tree>
    <p:extLst>
      <p:ext uri="{BB962C8B-B14F-4D97-AF65-F5344CB8AC3E}">
        <p14:creationId xmlns:p14="http://schemas.microsoft.com/office/powerpoint/2010/main" val="406492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údo com Imagem 1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59"/>
          </a:xfrm>
        </p:spPr>
        <p:txBody>
          <a:bodyPr rtlCol="0" anchor="t"/>
          <a:lstStyle/>
          <a:p>
            <a:pPr rtl="0"/>
            <a:r>
              <a:rPr lang="pt-br"/>
              <a:t>Clique para editar o estilo de título Mestre</a:t>
            </a:r>
            <a:endParaRPr lang="en-US" dirty="0"/>
          </a:p>
        </p:txBody>
      </p:sp>
      <p:sp>
        <p:nvSpPr>
          <p:cNvPr id="4" name="Espaço Reservado para Data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rtlCol="0"/>
          <a:lstStyle/>
          <a:p>
            <a:pPr rtl="0"/>
            <a:r>
              <a:rPr lang="en-US"/>
              <a:t>21/11/2025</a:t>
            </a:r>
            <a:endParaRPr lang="en-US" dirty="0"/>
          </a:p>
        </p:txBody>
      </p:sp>
      <p:sp>
        <p:nvSpPr>
          <p:cNvPr id="9" name="Espaço Reservado para Rodapé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rtlCol="0"/>
          <a:lstStyle/>
          <a:p>
            <a:pPr rtl="0"/>
            <a:r>
              <a:rPr lang="pt-br"/>
              <a:t>Amostra de Texto de Rodapé</a:t>
            </a:r>
          </a:p>
        </p:txBody>
      </p:sp>
      <p:sp>
        <p:nvSpPr>
          <p:cNvPr id="10" name="Espaço Reservado para o Número do Slide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4952" y="322731"/>
            <a:ext cx="914400" cy="283464"/>
          </a:xfrm>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612647" y="2501206"/>
            <a:ext cx="4513079" cy="3747194"/>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2" name="Espaço Reservado para Imagem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512485" y="2501206"/>
            <a:ext cx="6066867" cy="37471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pt-br"/>
              <a:t>   </a:t>
            </a:r>
          </a:p>
        </p:txBody>
      </p:sp>
    </p:spTree>
    <p:extLst>
      <p:ext uri="{BB962C8B-B14F-4D97-AF65-F5344CB8AC3E}">
        <p14:creationId xmlns:p14="http://schemas.microsoft.com/office/powerpoint/2010/main" val="25885909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údo com Imagem 1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60"/>
          </a:xfrm>
        </p:spPr>
        <p:txBody>
          <a:bodyPr rtlCol="0" anchor="t"/>
          <a:lstStyle/>
          <a:p>
            <a:pPr rtl="0"/>
            <a:r>
              <a:rPr lang="pt-br"/>
              <a:t>Clique para editar o estilo de título Mestre</a:t>
            </a:r>
            <a:endParaRPr lang="en-US" dirty="0"/>
          </a:p>
        </p:txBody>
      </p:sp>
      <p:sp>
        <p:nvSpPr>
          <p:cNvPr id="4" name="Espaço Reservado para Data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rtlCol="0"/>
          <a:lstStyle/>
          <a:p>
            <a:pPr rtl="0"/>
            <a:r>
              <a:rPr lang="en-US"/>
              <a:t>21/11/2025</a:t>
            </a:r>
            <a:endParaRPr lang="en-US" dirty="0"/>
          </a:p>
        </p:txBody>
      </p:sp>
      <p:sp>
        <p:nvSpPr>
          <p:cNvPr id="9" name="Espaço Reservado para Rodapé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rtlCol="0"/>
          <a:lstStyle/>
          <a:p>
            <a:pPr rtl="0"/>
            <a:r>
              <a:rPr lang="pt-br"/>
              <a:t>Amostra de Texto de Rodapé</a:t>
            </a:r>
          </a:p>
        </p:txBody>
      </p:sp>
      <p:sp>
        <p:nvSpPr>
          <p:cNvPr id="10" name="Espaço Reservado para o Número do Slide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7999" y="322731"/>
            <a:ext cx="914400" cy="283464"/>
          </a:xfrm>
        </p:spPr>
        <p:txBody>
          <a:bodyPr rtlCol="0"/>
          <a:lstStyle/>
          <a:p>
            <a:pPr rtl="0"/>
            <a:fld id="{AEAA3239-9EA4-4A65-A281-97F994456D9F}" type="slidenum">
              <a:rPr lang="en-US" smtClean="0"/>
              <a:t>‹nº›</a:t>
            </a:fld>
            <a:endParaRPr lang="en-US" dirty="0"/>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612647" y="2501206"/>
            <a:ext cx="4931835" cy="3747194"/>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6" name="Espaço Reservado para Imagem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31240" y="2501206"/>
            <a:ext cx="5651159" cy="3747194"/>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pt-br"/>
              <a:t>   </a:t>
            </a:r>
          </a:p>
        </p:txBody>
      </p:sp>
    </p:spTree>
    <p:extLst>
      <p:ext uri="{BB962C8B-B14F-4D97-AF65-F5344CB8AC3E}">
        <p14:creationId xmlns:p14="http://schemas.microsoft.com/office/powerpoint/2010/main" val="32789889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údo com Imagem 1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58"/>
          </a:xfrm>
        </p:spPr>
        <p:txBody>
          <a:bodyPr rtlCol="0" anchor="t"/>
          <a:lstStyle/>
          <a:p>
            <a:pPr rtl="0"/>
            <a:r>
              <a:rPr lang="pt-br"/>
              <a:t>Clique para editar o estilo de título Mestre</a:t>
            </a:r>
            <a:endParaRPr lang="en-US" dirty="0"/>
          </a:p>
        </p:txBody>
      </p:sp>
      <p:sp>
        <p:nvSpPr>
          <p:cNvPr id="4" name="Espaço Reservado para Data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rtlCol="0"/>
          <a:lstStyle/>
          <a:p>
            <a:pPr rtl="0"/>
            <a:r>
              <a:rPr lang="en-US"/>
              <a:t>21/11/2025</a:t>
            </a:r>
            <a:endParaRPr lang="en-US" dirty="0"/>
          </a:p>
        </p:txBody>
      </p:sp>
      <p:sp>
        <p:nvSpPr>
          <p:cNvPr id="9" name="Espaço Reservado para Rodapé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rtlCol="0"/>
          <a:lstStyle/>
          <a:p>
            <a:pPr rtl="0"/>
            <a:r>
              <a:rPr lang="pt-br"/>
              <a:t>Amostra de Texto de Rodapé</a:t>
            </a:r>
          </a:p>
        </p:txBody>
      </p:sp>
      <p:sp>
        <p:nvSpPr>
          <p:cNvPr id="10" name="Espaço Reservado para o Número do Slide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rtlCol="0"/>
          <a:lstStyle/>
          <a:p>
            <a:pPr rtl="0"/>
            <a:fld id="{AEAA3239-9EA4-4A65-A281-97F994456D9F}" type="slidenum">
              <a:rPr lang="en-US" smtClean="0"/>
              <a:t>‹nº›</a:t>
            </a:fld>
            <a:endParaRPr lang="en-US" dirty="0"/>
          </a:p>
        </p:txBody>
      </p:sp>
      <p:sp>
        <p:nvSpPr>
          <p:cNvPr id="15" name="Espaço Reservado para Imagem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501206"/>
            <a:ext cx="6066867" cy="37471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pt-br"/>
              <a:t>   </a:t>
            </a:r>
          </a:p>
        </p:txBody>
      </p:sp>
      <p:sp>
        <p:nvSpPr>
          <p:cNvPr id="14" name="Espaço Reservado para Conteúdo 7">
            <a:extLst>
              <a:ext uri="{FF2B5EF4-FFF2-40B4-BE49-F238E27FC236}">
                <a16:creationId xmlns:a16="http://schemas.microsoft.com/office/drawing/2014/main" id="{BB848C29-CF42-98B7-D019-4F384E06AD99}"/>
              </a:ext>
            </a:extLst>
          </p:cNvPr>
          <p:cNvSpPr>
            <a:spLocks noGrp="1"/>
          </p:cNvSpPr>
          <p:nvPr>
            <p:ph sz="quarter" idx="18"/>
          </p:nvPr>
        </p:nvSpPr>
        <p:spPr>
          <a:xfrm>
            <a:off x="7069321" y="2501206"/>
            <a:ext cx="4513079" cy="3747194"/>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1154042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údo com Imagem 1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09599" y="1371600"/>
            <a:ext cx="4675633" cy="990600"/>
          </a:xfrm>
        </p:spPr>
        <p:txBody>
          <a:bodyPr rtlCol="0" anchor="t">
            <a:normAutofit/>
          </a:bodyPr>
          <a:lstStyle>
            <a:lvl1pPr>
              <a:defRPr sz="2400"/>
            </a:lvl1pPr>
          </a:lstStyle>
          <a:p>
            <a:pPr rtl="0"/>
            <a:r>
              <a:rPr lang="pt-br"/>
              <a:t>Clique para editar o estilo de título Mestre</a:t>
            </a:r>
            <a:endParaRPr lang="en-US" dirty="0"/>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21/11/2025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2746246"/>
            <a:ext cx="4675632" cy="3502153"/>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8BAC3300-BF12-B200-9F06-8D5AC45CB7EF}"/>
              </a:ext>
            </a:extLst>
          </p:cNvPr>
          <p:cNvSpPr>
            <a:spLocks noGrp="1"/>
          </p:cNvSpPr>
          <p:nvPr>
            <p:ph sz="quarter" idx="14"/>
          </p:nvPr>
        </p:nvSpPr>
        <p:spPr>
          <a:xfrm>
            <a:off x="5712502" y="1371600"/>
            <a:ext cx="5869899" cy="487680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137628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údo com Imagem 1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1371600"/>
            <a:ext cx="3425954" cy="917450"/>
          </a:xfrm>
        </p:spPr>
        <p:txBody>
          <a:bodyPr rtlCol="0" anchor="t">
            <a:normAutofit/>
          </a:bodyPr>
          <a:lstStyle>
            <a:lvl1pPr>
              <a:defRPr sz="2400"/>
            </a:lvl1pPr>
          </a:lstStyle>
          <a:p>
            <a:pPr rtl="0"/>
            <a:r>
              <a:rPr lang="pt-br"/>
              <a:t>Clique para editar o estilo de título Mestre</a:t>
            </a:r>
            <a:endParaRPr lang="en-US" dirty="0"/>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21/11/2025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1" y="2673096"/>
            <a:ext cx="3429000" cy="3575303"/>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83F7B03F-5EDA-605B-1A2E-F48896E48939}"/>
              </a:ext>
            </a:extLst>
          </p:cNvPr>
          <p:cNvSpPr>
            <a:spLocks noGrp="1"/>
          </p:cNvSpPr>
          <p:nvPr>
            <p:ph sz="quarter" idx="14"/>
          </p:nvPr>
        </p:nvSpPr>
        <p:spPr>
          <a:xfrm>
            <a:off x="4425359" y="1371600"/>
            <a:ext cx="7152279" cy="487680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30168536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údo com Imagem 1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rtlCol="0" anchor="t"/>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rtlCol="0"/>
          <a:lstStyle/>
          <a:p>
            <a:pPr rtl="0"/>
            <a:r>
              <a:rPr lang="en-US"/>
              <a:t>21/11/2025</a:t>
            </a:r>
            <a:endParaRPr lang="en-US" dirty="0"/>
          </a:p>
        </p:txBody>
      </p:sp>
      <p:sp>
        <p:nvSpPr>
          <p:cNvPr id="9" name="Espaço Reservado para Rodapé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rtlCol="0"/>
          <a:lstStyle/>
          <a:p>
            <a:pPr rtl="0"/>
            <a:r>
              <a:rPr lang="pt-br"/>
              <a:t>Amostra de Texto de Rodapé</a:t>
            </a:r>
          </a:p>
        </p:txBody>
      </p:sp>
      <p:sp>
        <p:nvSpPr>
          <p:cNvPr id="10" name="Espaço Reservado para o Número do Slide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rtlCol="0"/>
          <a:lstStyle/>
          <a:p>
            <a:pPr rtl="0"/>
            <a:fld id="{AEAA3239-9EA4-4A65-A281-97F994456D9F}" type="slidenum">
              <a:rPr lang="en-US" smtClean="0"/>
              <a:t>‹nº›</a:t>
            </a:fld>
            <a:endParaRPr lang="en-US" dirty="0"/>
          </a:p>
        </p:txBody>
      </p:sp>
      <p:sp>
        <p:nvSpPr>
          <p:cNvPr id="15" name="Espaço Reservado para Imagem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154876"/>
            <a:ext cx="8499719" cy="409352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pt-br"/>
              <a:t>   </a:t>
            </a:r>
          </a:p>
        </p:txBody>
      </p:sp>
      <p:sp>
        <p:nvSpPr>
          <p:cNvPr id="5" name="Espaço Reservado para Conteúdo 7">
            <a:extLst>
              <a:ext uri="{FF2B5EF4-FFF2-40B4-BE49-F238E27FC236}">
                <a16:creationId xmlns:a16="http://schemas.microsoft.com/office/drawing/2014/main" id="{15F7C753-E8D9-F006-4FC2-8BA2C55187F2}"/>
              </a:ext>
            </a:extLst>
          </p:cNvPr>
          <p:cNvSpPr>
            <a:spLocks noGrp="1"/>
          </p:cNvSpPr>
          <p:nvPr>
            <p:ph sz="quarter" idx="18"/>
          </p:nvPr>
        </p:nvSpPr>
        <p:spPr>
          <a:xfrm>
            <a:off x="9496414" y="2154876"/>
            <a:ext cx="2085986" cy="4093524"/>
          </a:xfrm>
        </p:spPr>
        <p:txBody>
          <a:bodyPr rtlCol="0" anchor="t"/>
          <a:lstStyle>
            <a:lvl1pPr>
              <a:buNone/>
              <a:defRPr/>
            </a:lvl1pPr>
            <a:lvl2pPr>
              <a:buNone/>
              <a:defRPr/>
            </a:lvl2pPr>
            <a:lvl3pPr>
              <a:buNone/>
              <a:defRPr/>
            </a:lvl3pPr>
            <a:lvl4pPr>
              <a:buNone/>
              <a:defRPr/>
            </a:lvl4pPr>
            <a:lvl5pPr>
              <a:buNone/>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7734932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údo com Imagem 20">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rtlCol="0" anchor="t"/>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rtlCol="0"/>
          <a:lstStyle/>
          <a:p>
            <a:pPr rtl="0"/>
            <a:r>
              <a:rPr lang="en-US"/>
              <a:t>21/11/2025</a:t>
            </a:r>
            <a:endParaRPr lang="en-US" dirty="0"/>
          </a:p>
        </p:txBody>
      </p:sp>
      <p:sp>
        <p:nvSpPr>
          <p:cNvPr id="9" name="Espaço Reservado para Rodapé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rtlCol="0"/>
          <a:lstStyle/>
          <a:p>
            <a:pPr rtl="0"/>
            <a:r>
              <a:rPr lang="pt-br"/>
              <a:t>Amostra de Texto de Rodapé</a:t>
            </a:r>
          </a:p>
        </p:txBody>
      </p:sp>
      <p:sp>
        <p:nvSpPr>
          <p:cNvPr id="10" name="Espaço Reservado para o Número do Slide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rtlCol="0"/>
          <a:lstStyle/>
          <a:p>
            <a:pPr rtl="0"/>
            <a:fld id="{AEAA3239-9EA4-4A65-A281-97F994456D9F}" type="slidenum">
              <a:rPr lang="en-US" smtClean="0"/>
              <a:t>‹nº›</a:t>
            </a:fld>
            <a:endParaRPr lang="en-US" dirty="0"/>
          </a:p>
        </p:txBody>
      </p:sp>
      <p:sp>
        <p:nvSpPr>
          <p:cNvPr id="3" name="Espaço Reservado para Imagem 10">
            <a:extLst>
              <a:ext uri="{FF2B5EF4-FFF2-40B4-BE49-F238E27FC236}">
                <a16:creationId xmlns:a16="http://schemas.microsoft.com/office/drawing/2014/main" id="{B8BA6868-FD5D-17A2-6CAE-853852E8704F}"/>
              </a:ext>
            </a:extLst>
          </p:cNvPr>
          <p:cNvSpPr>
            <a:spLocks noGrp="1"/>
          </p:cNvSpPr>
          <p:nvPr>
            <p:ph type="pic" sz="quarter" idx="13" hasCustomPrompt="1"/>
          </p:nvPr>
        </p:nvSpPr>
        <p:spPr>
          <a:xfrm>
            <a:off x="609599" y="2169506"/>
            <a:ext cx="10966705" cy="3292510"/>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5" name="Espaço Reservado para Conteúdo 7">
            <a:extLst>
              <a:ext uri="{FF2B5EF4-FFF2-40B4-BE49-F238E27FC236}">
                <a16:creationId xmlns:a16="http://schemas.microsoft.com/office/drawing/2014/main" id="{15F7C753-E8D9-F006-4FC2-8BA2C55187F2}"/>
              </a:ext>
            </a:extLst>
          </p:cNvPr>
          <p:cNvSpPr>
            <a:spLocks noGrp="1"/>
          </p:cNvSpPr>
          <p:nvPr>
            <p:ph sz="quarter" idx="18"/>
          </p:nvPr>
        </p:nvSpPr>
        <p:spPr>
          <a:xfrm>
            <a:off x="609600" y="5846064"/>
            <a:ext cx="10972800" cy="402336"/>
          </a:xfrm>
        </p:spPr>
        <p:txBody>
          <a:bodyPr rtlCol="0" anchor="b"/>
          <a:lstStyle>
            <a:lvl1pPr>
              <a:buNone/>
              <a:defRPr/>
            </a:lvl1pPr>
            <a:lvl2pPr>
              <a:buNone/>
              <a:defRPr/>
            </a:lvl2pPr>
            <a:lvl3pPr>
              <a:buNone/>
              <a:defRPr/>
            </a:lvl3pPr>
            <a:lvl4pPr>
              <a:buNone/>
              <a:defRPr/>
            </a:lvl4pPr>
            <a:lvl5pPr>
              <a:buNone/>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29490977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úmero Maior">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56306E-B77F-CE22-FA8C-F08F17B5E9B4}"/>
              </a:ext>
            </a:extLst>
          </p:cNvPr>
          <p:cNvSpPr>
            <a:spLocks noGrp="1"/>
          </p:cNvSpPr>
          <p:nvPr>
            <p:ph type="title"/>
          </p:nvPr>
        </p:nvSpPr>
        <p:spPr>
          <a:xfrm>
            <a:off x="1219199" y="5325034"/>
            <a:ext cx="9762068" cy="916369"/>
          </a:xfrm>
        </p:spPr>
        <p:txBody>
          <a:bodyPr rtlCol="0" anchor="b">
            <a:normAutofit/>
          </a:bodyPr>
          <a:lstStyle>
            <a:lvl1pPr algn="ctr">
              <a:lnSpc>
                <a:spcPct val="110000"/>
              </a:lnSpc>
              <a:defRPr sz="2400" b="1" i="0">
                <a:solidFill>
                  <a:schemeClr val="tx1"/>
                </a:solidFill>
                <a:latin typeface="+mn-lt"/>
              </a:defRPr>
            </a:lvl1pPr>
          </a:lstStyle>
          <a:p>
            <a:pPr rtl="0"/>
            <a:r>
              <a:rPr lang="pt-br"/>
              <a:t>Clique para editar o estilo de título Mestre</a:t>
            </a:r>
            <a:endParaRPr lang="en-US" dirty="0"/>
          </a:p>
        </p:txBody>
      </p:sp>
      <p:sp>
        <p:nvSpPr>
          <p:cNvPr id="3" name="Espaço Reservado para Dat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tx1"/>
                </a:solidFill>
                <a:latin typeface="+mn-lt"/>
              </a:defRPr>
            </a:lvl1pPr>
          </a:lstStyle>
          <a:p>
            <a:pPr rtl="0"/>
            <a:r>
              <a:rPr lang="en-US"/>
              <a:t>21/11/2025</a:t>
            </a:r>
            <a:endParaRPr lang="en-US" dirty="0"/>
          </a:p>
        </p:txBody>
      </p:sp>
      <p:sp>
        <p:nvSpPr>
          <p:cNvPr id="4" name="Espaço Reservado para Rodapé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latin typeface="+mn-lt"/>
              </a:defRPr>
            </a:lvl1pPr>
          </a:lstStyle>
          <a:p>
            <a:pPr rtl="0"/>
            <a:r>
              <a:rPr lang="pt-br"/>
              <a:t>Exemplo de Texto de Rodapé</a:t>
            </a:r>
            <a:endParaRPr lang="en-US" dirty="0"/>
          </a:p>
        </p:txBody>
      </p:sp>
      <p:sp>
        <p:nvSpPr>
          <p:cNvPr id="5" name="Espaço Reservado para o Número do Slid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latin typeface="+mn-lt"/>
              </a:defRPr>
            </a:lvl1pPr>
          </a:lstStyle>
          <a:p>
            <a:pPr rtl="0"/>
            <a:fld id="{AEAA3239-9EA4-4A65-A281-97F994456D9F}" type="slidenum">
              <a:rPr lang="en-US" smtClean="0"/>
              <a:pPr rtl="0"/>
              <a:t>‹nº›</a:t>
            </a:fld>
            <a:endParaRPr lang="en-US" dirty="0"/>
          </a:p>
        </p:txBody>
      </p:sp>
      <p:sp>
        <p:nvSpPr>
          <p:cNvPr id="7" name="Espaço Reservado para Conteúdo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09600" y="914400"/>
            <a:ext cx="10972800" cy="4105835"/>
          </a:xfrm>
        </p:spPr>
        <p:txBody>
          <a:bodyPr rtlCol="0" anchor="t">
            <a:normAutofit/>
          </a:bodyPr>
          <a:lstStyle>
            <a:lvl1pPr marL="0" indent="0" algn="ctr">
              <a:lnSpc>
                <a:spcPct val="90000"/>
              </a:lnSpc>
              <a:buNone/>
              <a:defRPr sz="27500" b="0">
                <a:solidFill>
                  <a:schemeClr val="tx1"/>
                </a:solidFill>
                <a:latin typeface="+mj-lt"/>
              </a:defRPr>
            </a:lvl1pPr>
          </a:lstStyle>
          <a:p>
            <a:pPr lvl="0" rtl="0"/>
            <a:r>
              <a:rPr lang="pt-br"/>
              <a:t>##%</a:t>
            </a:r>
          </a:p>
        </p:txBody>
      </p:sp>
    </p:spTree>
    <p:extLst>
      <p:ext uri="{BB962C8B-B14F-4D97-AF65-F5344CB8AC3E}">
        <p14:creationId xmlns:p14="http://schemas.microsoft.com/office/powerpoint/2010/main" val="16851345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úmero Maior 2">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D37F0C99-9A58-96BA-B51F-4BEDCF1AA120}"/>
              </a:ext>
            </a:extLst>
          </p:cNvPr>
          <p:cNvSpPr>
            <a:spLocks noGrp="1"/>
          </p:cNvSpPr>
          <p:nvPr>
            <p:ph type="title"/>
          </p:nvPr>
        </p:nvSpPr>
        <p:spPr>
          <a:xfrm>
            <a:off x="609601" y="5257802"/>
            <a:ext cx="10052304" cy="990598"/>
          </a:xfrm>
        </p:spPr>
        <p:txBody>
          <a:bodyPr rtlCol="0"/>
          <a:lstStyle>
            <a:lvl1pPr>
              <a:lnSpc>
                <a:spcPct val="110000"/>
              </a:lnSpc>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tx1"/>
                </a:solidFill>
                <a:latin typeface="+mn-lt"/>
              </a:defRPr>
            </a:lvl1pPr>
          </a:lstStyle>
          <a:p>
            <a:pPr rtl="0"/>
            <a:r>
              <a:rPr lang="en-US"/>
              <a:t>21/11/2025</a:t>
            </a:r>
            <a:endParaRPr lang="en-US" dirty="0"/>
          </a:p>
        </p:txBody>
      </p:sp>
      <p:sp>
        <p:nvSpPr>
          <p:cNvPr id="4" name="Espaço Reservado para Rodapé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latin typeface="+mn-lt"/>
              </a:defRPr>
            </a:lvl1pPr>
          </a:lstStyle>
          <a:p>
            <a:pPr rtl="0"/>
            <a:r>
              <a:rPr lang="pt-br"/>
              <a:t>Exemplo de Texto de Rodapé</a:t>
            </a:r>
            <a:endParaRPr lang="en-US" dirty="0"/>
          </a:p>
        </p:txBody>
      </p:sp>
      <p:sp>
        <p:nvSpPr>
          <p:cNvPr id="5" name="Espaço Reservado para o Número do Slid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latin typeface="+mn-lt"/>
              </a:defRPr>
            </a:lvl1pPr>
          </a:lstStyle>
          <a:p>
            <a:pPr rtl="0"/>
            <a:fld id="{AEAA3239-9EA4-4A65-A281-97F994456D9F}" type="slidenum">
              <a:rPr lang="en-US" smtClean="0"/>
              <a:pPr rtl="0"/>
              <a:t>‹nº›</a:t>
            </a:fld>
            <a:endParaRPr lang="en-US" dirty="0"/>
          </a:p>
        </p:txBody>
      </p:sp>
      <p:sp>
        <p:nvSpPr>
          <p:cNvPr id="11" name="Espaço Reservado para Conteúdo 10">
            <a:extLst>
              <a:ext uri="{FF2B5EF4-FFF2-40B4-BE49-F238E27FC236}">
                <a16:creationId xmlns:a16="http://schemas.microsoft.com/office/drawing/2014/main" id="{F859DF22-2D22-B432-1B7E-1CCD6DA9C571}"/>
              </a:ext>
            </a:extLst>
          </p:cNvPr>
          <p:cNvSpPr>
            <a:spLocks noGrp="1"/>
          </p:cNvSpPr>
          <p:nvPr>
            <p:ph sz="quarter" idx="14" hasCustomPrompt="1"/>
          </p:nvPr>
        </p:nvSpPr>
        <p:spPr>
          <a:xfrm>
            <a:off x="609600" y="904875"/>
            <a:ext cx="10052050" cy="4038600"/>
          </a:xfrm>
        </p:spPr>
        <p:txBody>
          <a:bodyPr rtlCol="0" anchor="t"/>
          <a:lstStyle>
            <a:lvl1pPr>
              <a:lnSpc>
                <a:spcPct val="90000"/>
              </a:lnSpc>
              <a:buNone/>
              <a:defRPr sz="30000"/>
            </a:lvl1pPr>
          </a:lstStyle>
          <a:p>
            <a:pPr lvl="0" rtl="0"/>
            <a:r>
              <a:rPr lang="pt-br"/>
              <a:t>##%</a:t>
            </a:r>
          </a:p>
        </p:txBody>
      </p:sp>
    </p:spTree>
    <p:extLst>
      <p:ext uri="{BB962C8B-B14F-4D97-AF65-F5344CB8AC3E}">
        <p14:creationId xmlns:p14="http://schemas.microsoft.com/office/powerpoint/2010/main" val="33919335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úmero Maior 3">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69E00404-475A-8BBB-C6CE-9106DE692A22}"/>
              </a:ext>
            </a:extLst>
          </p:cNvPr>
          <p:cNvSpPr>
            <a:spLocks noGrp="1"/>
          </p:cNvSpPr>
          <p:nvPr>
            <p:ph type="title"/>
          </p:nvPr>
        </p:nvSpPr>
        <p:spPr>
          <a:xfrm>
            <a:off x="9067800" y="3962400"/>
            <a:ext cx="2514599" cy="2285999"/>
          </a:xfrm>
        </p:spPr>
        <p:txBody>
          <a:bodyPr rtlCol="0" anchor="b"/>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tx1"/>
                </a:solidFill>
                <a:latin typeface="+mn-lt"/>
              </a:defRPr>
            </a:lvl1pPr>
          </a:lstStyle>
          <a:p>
            <a:pPr rtl="0"/>
            <a:r>
              <a:rPr lang="en-US"/>
              <a:t>21/11/2025</a:t>
            </a:r>
            <a:endParaRPr lang="en-US" dirty="0"/>
          </a:p>
        </p:txBody>
      </p:sp>
      <p:sp>
        <p:nvSpPr>
          <p:cNvPr id="4" name="Espaço Reservado para Rodapé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latin typeface="+mn-lt"/>
              </a:defRPr>
            </a:lvl1pPr>
          </a:lstStyle>
          <a:p>
            <a:pPr rtl="0"/>
            <a:r>
              <a:rPr lang="pt-br"/>
              <a:t>Exemplo de Texto de Rodapé</a:t>
            </a:r>
            <a:endParaRPr lang="en-US" dirty="0"/>
          </a:p>
        </p:txBody>
      </p:sp>
      <p:sp>
        <p:nvSpPr>
          <p:cNvPr id="5" name="Espaço Reservado para o Número do Slid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latin typeface="+mn-lt"/>
              </a:defRPr>
            </a:lvl1pPr>
          </a:lstStyle>
          <a:p>
            <a:pPr rtl="0"/>
            <a:fld id="{AEAA3239-9EA4-4A65-A281-97F994456D9F}" type="slidenum">
              <a:rPr lang="en-US" smtClean="0"/>
              <a:pPr rtl="0"/>
              <a:t>‹nº›</a:t>
            </a:fld>
            <a:endParaRPr lang="en-US" dirty="0"/>
          </a:p>
        </p:txBody>
      </p:sp>
      <p:sp>
        <p:nvSpPr>
          <p:cNvPr id="8" name="Espaço Reservado para Conteúdo 10">
            <a:extLst>
              <a:ext uri="{FF2B5EF4-FFF2-40B4-BE49-F238E27FC236}">
                <a16:creationId xmlns:a16="http://schemas.microsoft.com/office/drawing/2014/main" id="{97D4B19F-6F49-D42F-E0D8-B04A37866557}"/>
              </a:ext>
            </a:extLst>
          </p:cNvPr>
          <p:cNvSpPr>
            <a:spLocks noGrp="1"/>
          </p:cNvSpPr>
          <p:nvPr>
            <p:ph sz="quarter" idx="14" hasCustomPrompt="1"/>
          </p:nvPr>
        </p:nvSpPr>
        <p:spPr>
          <a:xfrm>
            <a:off x="609600" y="904875"/>
            <a:ext cx="8077200" cy="5343524"/>
          </a:xfrm>
        </p:spPr>
        <p:txBody>
          <a:bodyPr rtlCol="0" anchor="t"/>
          <a:lstStyle>
            <a:lvl1pPr>
              <a:lnSpc>
                <a:spcPct val="90000"/>
              </a:lnSpc>
              <a:buNone/>
              <a:defRPr sz="27500"/>
            </a:lvl1pPr>
          </a:lstStyle>
          <a:p>
            <a:pPr lvl="0" rtl="0"/>
            <a:r>
              <a:rPr lang="pt-br"/>
              <a:t>##%</a:t>
            </a:r>
          </a:p>
        </p:txBody>
      </p:sp>
    </p:spTree>
    <p:extLst>
      <p:ext uri="{BB962C8B-B14F-4D97-AF65-F5344CB8AC3E}">
        <p14:creationId xmlns:p14="http://schemas.microsoft.com/office/powerpoint/2010/main" val="25543294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emonstrativ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lvl1pPr>
              <a:defRPr>
                <a:latin typeface="+mn-lt"/>
              </a:defRPr>
            </a:lvl1pPr>
          </a:lstStyle>
          <a:p>
            <a:pPr rtl="0"/>
            <a:r>
              <a:rPr lang="pt-br"/>
              <a:t>Clique para editar o estilo de título Mestre</a:t>
            </a:r>
            <a:endParaRPr lang="en-US" dirty="0"/>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1"/>
                </a:solidFill>
                <a:latin typeface="+mn-lt"/>
              </a:defRPr>
            </a:lvl1pPr>
          </a:lstStyle>
          <a:p>
            <a:pPr rtl="0"/>
            <a:r>
              <a:rPr lang="en-US"/>
              <a:t>21/11/2025</a:t>
            </a:r>
            <a:endParaRPr lang="en-US" dirty="0"/>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tx1"/>
                </a:solidFill>
                <a:latin typeface="+mn-lt"/>
              </a:defRPr>
            </a:lvl1pPr>
          </a:lstStyle>
          <a:p>
            <a:pPr rtl="0"/>
            <a:r>
              <a:rPr lang="pt-br"/>
              <a:t>Exemplo de Texto de Rodapé</a:t>
            </a:r>
            <a:endParaRPr lang="en-US" dirty="0"/>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1"/>
                </a:solidFill>
                <a:latin typeface="+mn-lt"/>
              </a:defRPr>
            </a:lvl1pPr>
          </a:lstStyle>
          <a:p>
            <a:pPr rtl="0"/>
            <a:fld id="{AEAA3239-9EA4-4A65-A281-97F994456D9F}" type="slidenum">
              <a:rPr lang="en-US" smtClean="0"/>
              <a:pPr rtl="0"/>
              <a:t>‹nº›</a:t>
            </a:fld>
            <a:endParaRPr lang="en-US" dirty="0"/>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1371600"/>
            <a:ext cx="10972800" cy="4876800"/>
          </a:xfrm>
        </p:spPr>
        <p:txBody>
          <a:bodyPr rtlCol="0" anchor="t">
            <a:normAutofit/>
          </a:bodyPr>
          <a:lstStyle>
            <a:lvl1pPr marL="0" indent="0">
              <a:lnSpc>
                <a:spcPct val="90000"/>
              </a:lnSpc>
              <a:buNone/>
              <a:defRPr sz="3200" b="1" cap="all" baseline="0">
                <a:solidFill>
                  <a:schemeClr val="tx1"/>
                </a:solidFill>
                <a:latin typeface="+mj-lt"/>
              </a:defRPr>
            </a:lvl1pPr>
            <a:lvl2pPr marL="228600" indent="0">
              <a:lnSpc>
                <a:spcPct val="90000"/>
              </a:lnSpc>
              <a:buNone/>
              <a:defRPr sz="3200" b="1" cap="all" baseline="0">
                <a:solidFill>
                  <a:schemeClr val="tx1"/>
                </a:solidFill>
                <a:latin typeface="+mj-lt"/>
              </a:defRPr>
            </a:lvl2pPr>
            <a:lvl3pPr marL="457200" indent="0">
              <a:lnSpc>
                <a:spcPct val="90000"/>
              </a:lnSpc>
              <a:buNone/>
              <a:defRPr sz="3200" b="1" cap="all" baseline="0">
                <a:solidFill>
                  <a:schemeClr val="tx1"/>
                </a:solidFill>
                <a:latin typeface="+mj-lt"/>
              </a:defRPr>
            </a:lvl3pPr>
            <a:lvl4pPr marL="685800" indent="0">
              <a:lnSpc>
                <a:spcPct val="90000"/>
              </a:lnSpc>
              <a:buNone/>
              <a:defRPr sz="3200" b="1" cap="all" baseline="0">
                <a:solidFill>
                  <a:schemeClr val="tx1"/>
                </a:solidFill>
                <a:latin typeface="+mj-lt"/>
              </a:defRPr>
            </a:lvl4pPr>
            <a:lvl5pPr marL="914400" indent="0">
              <a:lnSpc>
                <a:spcPct val="90000"/>
              </a:lnSpc>
              <a:buNone/>
              <a:defRPr sz="3200" b="1" cap="all" baseline="0">
                <a:solidFill>
                  <a:schemeClr val="tx1"/>
                </a:solidFill>
                <a:latin typeface="+mj-lt"/>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15819655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emonstrativ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pt-br"/>
              <a:t>Clique para editar o estilo de título Mestre</a:t>
            </a:r>
            <a:endParaRPr lang="en-US" dirty="0"/>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1"/>
                </a:solidFill>
              </a:defRPr>
            </a:lvl1pPr>
          </a:lstStyle>
          <a:p>
            <a:pPr rtl="0"/>
            <a:r>
              <a:rPr lang="en-US"/>
              <a:t>21/11/2025</a:t>
            </a:r>
            <a:endParaRPr lang="en-US" dirty="0"/>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‹nº›</a:t>
            </a:fld>
            <a:endParaRPr lang="en-US" dirty="0"/>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371600"/>
            <a:ext cx="10969752" cy="4876800"/>
          </a:xfrm>
        </p:spPr>
        <p:txBody>
          <a:bodyPr rtlCol="0" anchor="t">
            <a:normAutofit/>
          </a:bodyPr>
          <a:lstStyle>
            <a:lvl1pPr marL="0" indent="0">
              <a:lnSpc>
                <a:spcPct val="90000"/>
              </a:lnSpc>
              <a:buNone/>
              <a:defRPr sz="2400" b="1" cap="all" baseline="0">
                <a:solidFill>
                  <a:schemeClr val="tx1"/>
                </a:solidFill>
                <a:latin typeface="+mj-lt"/>
              </a:defRPr>
            </a:lvl1pPr>
            <a:lvl2pPr marL="228600" indent="0">
              <a:lnSpc>
                <a:spcPct val="90000"/>
              </a:lnSpc>
              <a:buNone/>
              <a:defRPr sz="2400" b="1" cap="all" baseline="0">
                <a:solidFill>
                  <a:schemeClr val="tx1"/>
                </a:solidFill>
                <a:latin typeface="+mj-lt"/>
              </a:defRPr>
            </a:lvl2pPr>
            <a:lvl3pPr marL="457200" indent="0">
              <a:lnSpc>
                <a:spcPct val="90000"/>
              </a:lnSpc>
              <a:buNone/>
              <a:defRPr sz="2400" b="1" cap="all" baseline="0">
                <a:solidFill>
                  <a:schemeClr val="tx1"/>
                </a:solidFill>
                <a:latin typeface="+mj-lt"/>
              </a:defRPr>
            </a:lvl3pPr>
            <a:lvl4pPr marL="685800" indent="0">
              <a:lnSpc>
                <a:spcPct val="90000"/>
              </a:lnSpc>
              <a:buNone/>
              <a:defRPr sz="2400" b="1" cap="all" baseline="0">
                <a:solidFill>
                  <a:schemeClr val="tx1"/>
                </a:solidFill>
                <a:latin typeface="+mj-lt"/>
              </a:defRPr>
            </a:lvl4pPr>
            <a:lvl5pPr marL="914400" indent="0">
              <a:lnSpc>
                <a:spcPct val="90000"/>
              </a:lnSpc>
              <a:buNone/>
              <a:defRPr sz="2400" b="1" cap="all" baseline="0">
                <a:solidFill>
                  <a:schemeClr val="tx1"/>
                </a:solidFill>
                <a:latin typeface="+mj-lt"/>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571367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Instruçã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pt-br"/>
              <a:t>Clique para editar o estilo de título Mestre</a:t>
            </a:r>
            <a:endParaRPr lang="en-US" dirty="0"/>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1"/>
                </a:solidFill>
              </a:defRPr>
            </a:lvl1pPr>
          </a:lstStyle>
          <a:p>
            <a:pPr rtl="0"/>
            <a:r>
              <a:rPr lang="en-US"/>
              <a:t>21/11/2025</a:t>
            </a:r>
            <a:endParaRPr lang="en-US" dirty="0"/>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‹nº›</a:t>
            </a:fld>
            <a:endParaRPr lang="en-US" dirty="0"/>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371600"/>
            <a:ext cx="10969752" cy="4876800"/>
          </a:xfrm>
        </p:spPr>
        <p:txBody>
          <a:bodyPr rtlCol="0" anchor="t">
            <a:normAutofit/>
          </a:bodyPr>
          <a:lstStyle>
            <a:lvl1pPr marL="0" indent="0" algn="ctr">
              <a:lnSpc>
                <a:spcPct val="90000"/>
              </a:lnSpc>
              <a:buNone/>
              <a:defRPr sz="3600" b="1" cap="all" baseline="0">
                <a:solidFill>
                  <a:schemeClr val="tx1"/>
                </a:solidFill>
                <a:latin typeface="+mj-lt"/>
              </a:defRPr>
            </a:lvl1pPr>
            <a:lvl2pPr marL="228600" indent="0" algn="ctr">
              <a:lnSpc>
                <a:spcPct val="90000"/>
              </a:lnSpc>
              <a:buNone/>
              <a:defRPr sz="3600" b="1" cap="all" baseline="0">
                <a:solidFill>
                  <a:schemeClr val="tx1"/>
                </a:solidFill>
                <a:latin typeface="+mj-lt"/>
              </a:defRPr>
            </a:lvl2pPr>
            <a:lvl3pPr marL="457200" indent="0" algn="ctr">
              <a:lnSpc>
                <a:spcPct val="90000"/>
              </a:lnSpc>
              <a:buNone/>
              <a:defRPr sz="3600" b="1" cap="all" baseline="0">
                <a:solidFill>
                  <a:schemeClr val="tx1"/>
                </a:solidFill>
                <a:latin typeface="+mj-lt"/>
              </a:defRPr>
            </a:lvl3pPr>
            <a:lvl4pPr marL="685800" indent="0" algn="ctr">
              <a:lnSpc>
                <a:spcPct val="90000"/>
              </a:lnSpc>
              <a:buNone/>
              <a:defRPr sz="3600" b="1" cap="all" baseline="0">
                <a:solidFill>
                  <a:schemeClr val="tx1"/>
                </a:solidFill>
                <a:latin typeface="+mj-lt"/>
              </a:defRPr>
            </a:lvl4pPr>
            <a:lvl5pPr marL="914400" indent="0" algn="ctr">
              <a:lnSpc>
                <a:spcPct val="90000"/>
              </a:lnSpc>
              <a:buNone/>
              <a:defRPr sz="3600" b="1" cap="all" baseline="0">
                <a:solidFill>
                  <a:schemeClr val="tx1"/>
                </a:solidFill>
                <a:latin typeface="+mj-lt"/>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2136313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it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2FA0A-1F7B-DD41-ECED-02B60BC46B10}"/>
              </a:ext>
            </a:extLst>
          </p:cNvPr>
          <p:cNvSpPr>
            <a:spLocks noGrp="1"/>
          </p:cNvSpPr>
          <p:nvPr>
            <p:ph type="title" hasCustomPrompt="1"/>
          </p:nvPr>
        </p:nvSpPr>
        <p:spPr>
          <a:xfrm>
            <a:off x="609600" y="5572631"/>
            <a:ext cx="10966704" cy="640080"/>
          </a:xfrm>
        </p:spPr>
        <p:txBody>
          <a:bodyPr rtlCol="0" anchor="b">
            <a:normAutofit/>
          </a:bodyPr>
          <a:lstStyle>
            <a:lvl1pPr>
              <a:lnSpc>
                <a:spcPct val="120000"/>
              </a:lnSpc>
              <a:defRPr sz="2400" spc="0">
                <a:solidFill>
                  <a:schemeClr val="tx1"/>
                </a:solidFill>
                <a:latin typeface="+mn-lt"/>
              </a:defRPr>
            </a:lvl1pPr>
          </a:lstStyle>
          <a:p>
            <a:pPr rtl="0"/>
            <a:r>
              <a:rPr lang="pt-br"/>
              <a:t>Autor da Citação</a:t>
            </a:r>
          </a:p>
        </p:txBody>
      </p:sp>
      <p:sp>
        <p:nvSpPr>
          <p:cNvPr id="3" name="Espaço Reservado para Dat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lvl1pPr>
              <a:defRPr>
                <a:latin typeface="+mn-lt"/>
              </a:defRPr>
            </a:lvl1pPr>
          </a:lstStyle>
          <a:p>
            <a:pPr rtl="0"/>
            <a:r>
              <a:rPr lang="en-US"/>
              <a:t>21/11/2025</a:t>
            </a:r>
            <a:endParaRPr lang="en-US" dirty="0"/>
          </a:p>
        </p:txBody>
      </p:sp>
      <p:sp>
        <p:nvSpPr>
          <p:cNvPr id="4" name="Espaço Reservado para Rodapé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lvl1pPr>
              <a:defRPr>
                <a:latin typeface="+mn-lt"/>
              </a:defRPr>
            </a:lvl1pPr>
          </a:lstStyle>
          <a:p>
            <a:pPr rtl="0"/>
            <a:r>
              <a:rPr lang="pt-br"/>
              <a:t>Exemplo de Texto de Rodapé</a:t>
            </a:r>
            <a:endParaRPr lang="en-US" dirty="0"/>
          </a:p>
        </p:txBody>
      </p:sp>
      <p:sp>
        <p:nvSpPr>
          <p:cNvPr id="5" name="Espaço Reservado para o Número do Slid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latin typeface="+mn-lt"/>
              </a:defRPr>
            </a:lvl1pPr>
          </a:lstStyle>
          <a:p>
            <a:pPr rtl="0"/>
            <a:fld id="{AEAA3239-9EA4-4A65-A281-97F994456D9F}" type="slidenum">
              <a:rPr lang="en-US" smtClean="0"/>
              <a:pPr rtl="0"/>
              <a:t>‹nº›</a:t>
            </a:fld>
            <a:endParaRPr lang="en-US" dirty="0"/>
          </a:p>
        </p:txBody>
      </p:sp>
      <p:sp>
        <p:nvSpPr>
          <p:cNvPr id="7" name="Espaço Reservado para Conteú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09600" y="1371600"/>
            <a:ext cx="10966704" cy="3806142"/>
          </a:xfrm>
        </p:spPr>
        <p:txBody>
          <a:bodyPr rtlCol="0" anchor="t">
            <a:normAutofit/>
          </a:bodyPr>
          <a:lstStyle>
            <a:lvl1pPr marL="164592" indent="-164592">
              <a:lnSpc>
                <a:spcPct val="100000"/>
              </a:lnSpc>
              <a:spcBef>
                <a:spcPts val="0"/>
              </a:spcBef>
              <a:buNone/>
              <a:defRPr sz="3200">
                <a:latin typeface="+mj-lt"/>
              </a:defRPr>
            </a:lvl1pPr>
          </a:lstStyle>
          <a:p>
            <a:pPr lvl="0" rtl="0"/>
            <a:r>
              <a:rPr lang="pt-br"/>
              <a:t>Clique para adicionar uma Citação</a:t>
            </a:r>
          </a:p>
        </p:txBody>
      </p:sp>
    </p:spTree>
    <p:extLst>
      <p:ext uri="{BB962C8B-B14F-4D97-AF65-F5344CB8AC3E}">
        <p14:creationId xmlns:p14="http://schemas.microsoft.com/office/powerpoint/2010/main" val="4165654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itaçã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2FA0A-1F7B-DD41-ECED-02B60BC46B10}"/>
              </a:ext>
            </a:extLst>
          </p:cNvPr>
          <p:cNvSpPr>
            <a:spLocks noGrp="1"/>
          </p:cNvSpPr>
          <p:nvPr>
            <p:ph type="title" hasCustomPrompt="1"/>
          </p:nvPr>
        </p:nvSpPr>
        <p:spPr>
          <a:xfrm>
            <a:off x="1524000" y="5561790"/>
            <a:ext cx="9137903" cy="686610"/>
          </a:xfrm>
        </p:spPr>
        <p:txBody>
          <a:bodyPr rtlCol="0" anchor="b">
            <a:normAutofit/>
          </a:bodyPr>
          <a:lstStyle>
            <a:lvl1pPr algn="r">
              <a:lnSpc>
                <a:spcPct val="120000"/>
              </a:lnSpc>
              <a:defRPr sz="2400" spc="0">
                <a:solidFill>
                  <a:schemeClr val="tx1"/>
                </a:solidFill>
                <a:latin typeface="+mn-lt"/>
              </a:defRPr>
            </a:lvl1pPr>
          </a:lstStyle>
          <a:p>
            <a:pPr rtl="0"/>
            <a:r>
              <a:rPr lang="pt-br"/>
              <a:t>Autor da Citação</a:t>
            </a:r>
          </a:p>
        </p:txBody>
      </p:sp>
      <p:sp>
        <p:nvSpPr>
          <p:cNvPr id="3" name="Espaço Reservado para Dat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lvl1pPr>
              <a:defRPr>
                <a:solidFill>
                  <a:schemeClr val="tx1"/>
                </a:solidFill>
                <a:latin typeface="+mn-lt"/>
              </a:defRPr>
            </a:lvl1pPr>
          </a:lstStyle>
          <a:p>
            <a:pPr rtl="0"/>
            <a:r>
              <a:rPr lang="en-US"/>
              <a:t>21/11/2025</a:t>
            </a:r>
            <a:endParaRPr lang="en-US" dirty="0"/>
          </a:p>
        </p:txBody>
      </p:sp>
      <p:sp>
        <p:nvSpPr>
          <p:cNvPr id="4" name="Espaço Reservado para Rodapé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lvl1pPr>
              <a:defRPr>
                <a:solidFill>
                  <a:schemeClr val="tx1"/>
                </a:solidFill>
                <a:latin typeface="+mn-lt"/>
              </a:defRPr>
            </a:lvl1pPr>
          </a:lstStyle>
          <a:p>
            <a:pPr rtl="0"/>
            <a:r>
              <a:rPr lang="pt-br"/>
              <a:t>Exemplo de Texto de Rodapé</a:t>
            </a:r>
            <a:endParaRPr lang="en-US" dirty="0"/>
          </a:p>
        </p:txBody>
      </p:sp>
      <p:sp>
        <p:nvSpPr>
          <p:cNvPr id="5" name="Espaço Reservado para o Número do Slid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solidFill>
                  <a:schemeClr val="tx1"/>
                </a:solidFill>
                <a:latin typeface="+mn-lt"/>
              </a:defRPr>
            </a:lvl1pPr>
          </a:lstStyle>
          <a:p>
            <a:pPr rtl="0"/>
            <a:fld id="{AEAA3239-9EA4-4A65-A281-97F994456D9F}" type="slidenum">
              <a:rPr lang="en-US" smtClean="0"/>
              <a:pPr rtl="0"/>
              <a:t>‹nº›</a:t>
            </a:fld>
            <a:endParaRPr lang="en-US" dirty="0"/>
          </a:p>
        </p:txBody>
      </p:sp>
      <p:sp>
        <p:nvSpPr>
          <p:cNvPr id="7" name="Espaço Reservado para Conteú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0" y="1371600"/>
            <a:ext cx="9144000" cy="3806142"/>
          </a:xfrm>
        </p:spPr>
        <p:txBody>
          <a:bodyPr rtlCol="0" anchor="ctr">
            <a:normAutofit/>
          </a:bodyPr>
          <a:lstStyle>
            <a:lvl1pPr marL="164592" indent="-164592">
              <a:lnSpc>
                <a:spcPct val="100000"/>
              </a:lnSpc>
              <a:spcBef>
                <a:spcPts val="0"/>
              </a:spcBef>
              <a:buNone/>
              <a:defRPr sz="3200">
                <a:solidFill>
                  <a:schemeClr val="tx1"/>
                </a:solidFill>
                <a:latin typeface="+mj-lt"/>
              </a:defRPr>
            </a:lvl1pPr>
          </a:lstStyle>
          <a:p>
            <a:pPr lvl="0" rtl="0"/>
            <a:r>
              <a:rPr lang="pt-br"/>
              <a:t>Clique para adicionar uma Citação</a:t>
            </a:r>
          </a:p>
        </p:txBody>
      </p:sp>
    </p:spTree>
    <p:extLst>
      <p:ext uri="{BB962C8B-B14F-4D97-AF65-F5344CB8AC3E}">
        <p14:creationId xmlns:p14="http://schemas.microsoft.com/office/powerpoint/2010/main" val="9907629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itaçã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561790"/>
            <a:ext cx="5954436" cy="686610"/>
          </a:xfrm>
        </p:spPr>
        <p:txBody>
          <a:bodyPr rtlCol="0" anchor="b">
            <a:normAutofit/>
          </a:bodyPr>
          <a:lstStyle>
            <a:lvl1pPr algn="r">
              <a:lnSpc>
                <a:spcPct val="120000"/>
              </a:lnSpc>
              <a:defRPr sz="2000" b="1" spc="0">
                <a:solidFill>
                  <a:schemeClr val="tx1"/>
                </a:solidFill>
                <a:latin typeface="+mn-lt"/>
              </a:defRPr>
            </a:lvl1pPr>
          </a:lstStyle>
          <a:p>
            <a:pPr rtl="0"/>
            <a:r>
              <a:rPr lang="pt-br"/>
              <a:t>Autor da Citação</a:t>
            </a:r>
          </a:p>
        </p:txBody>
      </p:sp>
      <p:sp>
        <p:nvSpPr>
          <p:cNvPr id="3" name="Espaço Reservado para Dat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lvl1pPr>
              <a:defRPr>
                <a:latin typeface="+mn-lt"/>
              </a:defRPr>
            </a:lvl1pPr>
          </a:lstStyle>
          <a:p>
            <a:pPr rtl="0"/>
            <a:r>
              <a:rPr lang="en-US"/>
              <a:t>21/11/2025</a:t>
            </a:r>
            <a:endParaRPr lang="en-US" dirty="0"/>
          </a:p>
        </p:txBody>
      </p:sp>
      <p:sp>
        <p:nvSpPr>
          <p:cNvPr id="4" name="Espaço Reservado para Rodapé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lvl1pPr>
              <a:defRPr>
                <a:latin typeface="+mn-lt"/>
              </a:defRPr>
            </a:lvl1pPr>
          </a:lstStyle>
          <a:p>
            <a:pPr rtl="0"/>
            <a:r>
              <a:rPr lang="pt-br"/>
              <a:t>Exemplo de Texto de Rodapé</a:t>
            </a:r>
            <a:endParaRPr lang="en-US" dirty="0"/>
          </a:p>
        </p:txBody>
      </p:sp>
      <p:sp>
        <p:nvSpPr>
          <p:cNvPr id="5" name="Espaço Reservado para o Número do Slid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latin typeface="+mn-lt"/>
              </a:defRPr>
            </a:lvl1pPr>
          </a:lstStyle>
          <a:p>
            <a:pPr rtl="0"/>
            <a:fld id="{AEAA3239-9EA4-4A65-A281-97F994456D9F}" type="slidenum">
              <a:rPr lang="en-US" smtClean="0"/>
              <a:pPr rtl="0"/>
              <a:t>‹nº›</a:t>
            </a:fld>
            <a:endParaRPr lang="en-US" dirty="0"/>
          </a:p>
        </p:txBody>
      </p:sp>
      <p:sp>
        <p:nvSpPr>
          <p:cNvPr id="7" name="Espaço Reservado para Conteú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0" y="1388534"/>
            <a:ext cx="9137904" cy="3789208"/>
          </a:xfrm>
        </p:spPr>
        <p:txBody>
          <a:bodyPr rtlCol="0" anchor="t">
            <a:normAutofit/>
          </a:bodyPr>
          <a:lstStyle>
            <a:lvl1pPr marL="164592" indent="-164592">
              <a:lnSpc>
                <a:spcPct val="110000"/>
              </a:lnSpc>
              <a:spcBef>
                <a:spcPts val="0"/>
              </a:spcBef>
              <a:buNone/>
              <a:defRPr sz="3200" b="1" i="0" cap="all" baseline="0">
                <a:latin typeface="+mj-lt"/>
              </a:defRPr>
            </a:lvl1pPr>
          </a:lstStyle>
          <a:p>
            <a:pPr lvl="0" rtl="0"/>
            <a:r>
              <a:rPr lang="pt-br"/>
              <a:t>Clique para adicionar uma Citação</a:t>
            </a:r>
          </a:p>
        </p:txBody>
      </p:sp>
    </p:spTree>
    <p:extLst>
      <p:ext uri="{BB962C8B-B14F-4D97-AF65-F5344CB8AC3E}">
        <p14:creationId xmlns:p14="http://schemas.microsoft.com/office/powerpoint/2010/main" val="36539854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ois conteúdos">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0168559-22AF-9500-1ED0-9B034424FC6E}"/>
              </a:ext>
            </a:extLst>
          </p:cNvPr>
          <p:cNvSpPr>
            <a:spLocks noGrp="1"/>
          </p:cNvSpPr>
          <p:nvPr>
            <p:ph type="title"/>
          </p:nvPr>
        </p:nvSpPr>
        <p:spPr>
          <a:xfrm>
            <a:off x="612648" y="1371600"/>
            <a:ext cx="10969752" cy="745558"/>
          </a:xfrm>
        </p:spPr>
        <p:txBody>
          <a:bodyPr rtlCol="0" anchor="t"/>
          <a:lstStyle/>
          <a:p>
            <a:pPr rtl="0"/>
            <a:r>
              <a:rPr lang="pt-br"/>
              <a:t>Clique para editar o estilo de título Mestre</a:t>
            </a:r>
            <a:endParaRPr lang="en-US" dirty="0"/>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21/11/2025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2517648" y="322731"/>
            <a:ext cx="7150608" cy="286869"/>
          </a:xfrm>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4" name="Espaço Reservado para Conteúdo 3">
            <a:extLst>
              <a:ext uri="{FF2B5EF4-FFF2-40B4-BE49-F238E27FC236}">
                <a16:creationId xmlns:a16="http://schemas.microsoft.com/office/drawing/2014/main" id="{6627D5A5-84C3-7EDE-A8EB-2DE057DE46AB}"/>
              </a:ext>
            </a:extLst>
          </p:cNvPr>
          <p:cNvSpPr>
            <a:spLocks noGrp="1"/>
          </p:cNvSpPr>
          <p:nvPr>
            <p:ph sz="quarter" idx="15"/>
          </p:nvPr>
        </p:nvSpPr>
        <p:spPr>
          <a:xfrm>
            <a:off x="609600" y="2501207"/>
            <a:ext cx="5289973" cy="374719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10" name="Espaço Reservado para Conteúdo 9">
            <a:extLst>
              <a:ext uri="{FF2B5EF4-FFF2-40B4-BE49-F238E27FC236}">
                <a16:creationId xmlns:a16="http://schemas.microsoft.com/office/drawing/2014/main" id="{D54150AE-A7C6-D328-35D7-F5B840930E3B}"/>
              </a:ext>
            </a:extLst>
          </p:cNvPr>
          <p:cNvSpPr>
            <a:spLocks noGrp="1"/>
          </p:cNvSpPr>
          <p:nvPr>
            <p:ph sz="quarter" idx="16"/>
          </p:nvPr>
        </p:nvSpPr>
        <p:spPr>
          <a:xfrm>
            <a:off x="6286331" y="2501206"/>
            <a:ext cx="5289973" cy="374719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7080128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11" name="Título 1">
            <a:extLst>
              <a:ext uri="{FF2B5EF4-FFF2-40B4-BE49-F238E27FC236}">
                <a16:creationId xmlns:a16="http://schemas.microsoft.com/office/drawing/2014/main" id="{380CBD81-BF35-3FFE-84F1-E86AACCAD69D}"/>
              </a:ext>
            </a:extLst>
          </p:cNvPr>
          <p:cNvSpPr>
            <a:spLocks noGrp="1"/>
          </p:cNvSpPr>
          <p:nvPr>
            <p:ph type="title"/>
          </p:nvPr>
        </p:nvSpPr>
        <p:spPr>
          <a:xfrm>
            <a:off x="609600" y="1371600"/>
            <a:ext cx="10745788" cy="745558"/>
          </a:xfrm>
        </p:spPr>
        <p:txBody>
          <a:bodyPr rtlCol="0" anchor="t"/>
          <a:lstStyle/>
          <a:p>
            <a:pPr rtl="0"/>
            <a:r>
              <a:rPr lang="pt-br"/>
              <a:t>Clique para editar o estilo de título Mestre</a:t>
            </a:r>
          </a:p>
        </p:txBody>
      </p:sp>
      <p:sp>
        <p:nvSpPr>
          <p:cNvPr id="7" name="Espaço Reservado para Data 6">
            <a:extLst>
              <a:ext uri="{FF2B5EF4-FFF2-40B4-BE49-F238E27FC236}">
                <a16:creationId xmlns:a16="http://schemas.microsoft.com/office/drawing/2014/main" id="{4E3B3581-658A-8487-F9CB-E79F2BFF27E4}"/>
              </a:ext>
            </a:extLst>
          </p:cNvPr>
          <p:cNvSpPr>
            <a:spLocks noGrp="1"/>
          </p:cNvSpPr>
          <p:nvPr>
            <p:ph type="dt" sz="half" idx="10"/>
          </p:nvPr>
        </p:nvSpPr>
        <p:spPr/>
        <p:txBody>
          <a:bodyPr rtlCol="0"/>
          <a:lstStyle/>
          <a:p>
            <a:pPr rtl="0"/>
            <a:r>
              <a:rPr lang="en-US"/>
              <a:t>21/11/2025</a:t>
            </a:r>
            <a:endParaRPr lang="en-US" dirty="0"/>
          </a:p>
        </p:txBody>
      </p:sp>
      <p:sp>
        <p:nvSpPr>
          <p:cNvPr id="8" name="Espaço Reservado para Rodapé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r>
              <a:rPr lang="pt-br"/>
              <a:t>Amostra de Texto de Rodapé</a:t>
            </a:r>
          </a:p>
        </p:txBody>
      </p:sp>
      <p:sp>
        <p:nvSpPr>
          <p:cNvPr id="9" name="Espaço Reservado para o Número do Slide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3" name="Espaço Reservado para Texto 2">
            <a:extLst>
              <a:ext uri="{FF2B5EF4-FFF2-40B4-BE49-F238E27FC236}">
                <a16:creationId xmlns:a16="http://schemas.microsoft.com/office/drawing/2014/main" id="{61CD26D4-290A-F0ED-7D62-41EDA6FEC2B9}"/>
              </a:ext>
            </a:extLst>
          </p:cNvPr>
          <p:cNvSpPr>
            <a:spLocks noGrp="1"/>
          </p:cNvSpPr>
          <p:nvPr>
            <p:ph type="body" idx="1"/>
          </p:nvPr>
        </p:nvSpPr>
        <p:spPr>
          <a:xfrm>
            <a:off x="609600" y="2255322"/>
            <a:ext cx="5289972" cy="554724"/>
          </a:xfrm>
        </p:spPr>
        <p:txBody>
          <a:bodyPr rtlCol="0"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6" name="Espaço Reservado para Conteúdo 5">
            <a:extLst>
              <a:ext uri="{FF2B5EF4-FFF2-40B4-BE49-F238E27FC236}">
                <a16:creationId xmlns:a16="http://schemas.microsoft.com/office/drawing/2014/main" id="{5776AAF7-C632-FCD0-6A60-E0EA4A52F229}"/>
              </a:ext>
            </a:extLst>
          </p:cNvPr>
          <p:cNvSpPr>
            <a:spLocks noGrp="1"/>
          </p:cNvSpPr>
          <p:nvPr>
            <p:ph sz="quarter" idx="15"/>
          </p:nvPr>
        </p:nvSpPr>
        <p:spPr>
          <a:xfrm>
            <a:off x="609600" y="2948211"/>
            <a:ext cx="5289972" cy="330019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5" name="Espaço Reservado para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286330" y="2255322"/>
            <a:ext cx="5289974" cy="554724"/>
          </a:xfrm>
        </p:spPr>
        <p:txBody>
          <a:bodyPr rtlCol="0"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12" name="Espaço Reservado para Conteúdo 11">
            <a:extLst>
              <a:ext uri="{FF2B5EF4-FFF2-40B4-BE49-F238E27FC236}">
                <a16:creationId xmlns:a16="http://schemas.microsoft.com/office/drawing/2014/main" id="{CD998360-6973-27D8-8B08-ACAE10572B32}"/>
              </a:ext>
            </a:extLst>
          </p:cNvPr>
          <p:cNvSpPr>
            <a:spLocks noGrp="1"/>
          </p:cNvSpPr>
          <p:nvPr>
            <p:ph sz="quarter" idx="16"/>
          </p:nvPr>
        </p:nvSpPr>
        <p:spPr>
          <a:xfrm>
            <a:off x="6279832" y="2948211"/>
            <a:ext cx="5302568" cy="330019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27454681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a:xfrm>
            <a:off x="612648" y="1371600"/>
            <a:ext cx="10963656" cy="745558"/>
          </a:xfrm>
        </p:spPr>
        <p:txBody>
          <a:bodyPr rtlCol="0" anchor="t"/>
          <a:lstStyle/>
          <a:p>
            <a:pPr rtl="0"/>
            <a:r>
              <a:rPr lang="pt-br"/>
              <a:t>Clique para editar o estilo de título Mestre</a:t>
            </a:r>
            <a:endParaRPr lang="en-US" dirty="0"/>
          </a:p>
        </p:txBody>
      </p:sp>
      <p:sp>
        <p:nvSpPr>
          <p:cNvPr id="3" name="Espaço Reservado para Data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n-US"/>
              <a:t>21/11/2025</a:t>
            </a:r>
            <a:endParaRPr lang="en-US" dirty="0"/>
          </a:p>
        </p:txBody>
      </p:sp>
      <p:sp>
        <p:nvSpPr>
          <p:cNvPr id="4" name="Espaço Reservado para Rodapé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Tree>
    <p:extLst>
      <p:ext uri="{BB962C8B-B14F-4D97-AF65-F5344CB8AC3E}">
        <p14:creationId xmlns:p14="http://schemas.microsoft.com/office/powerpoint/2010/main" val="19401474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Vazi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21/11/2025</a:t>
            </a:r>
            <a:endParaRPr lang="en-US" dirty="0"/>
          </a:p>
        </p:txBody>
      </p:sp>
      <p:sp>
        <p:nvSpPr>
          <p:cNvPr id="3" name="Espaço Reservado para Rodapé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pt-br"/>
              <a:t>Exemplo de Texto de Rodapé</a:t>
            </a:r>
          </a:p>
        </p:txBody>
      </p:sp>
      <p:sp>
        <p:nvSpPr>
          <p:cNvPr id="4" name="Espaço Reservado para o Número do Slide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Tree>
    <p:extLst>
      <p:ext uri="{BB962C8B-B14F-4D97-AF65-F5344CB8AC3E}">
        <p14:creationId xmlns:p14="http://schemas.microsoft.com/office/powerpoint/2010/main" val="41273505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612647" y="1371600"/>
            <a:ext cx="3801195" cy="1219200"/>
          </a:xfrm>
        </p:spPr>
        <p:txBody>
          <a:bodyPr rtlCol="0" anchor="t">
            <a:normAutofit/>
          </a:bodyPr>
          <a:lstStyle>
            <a:lvl1pPr>
              <a:defRPr sz="2400"/>
            </a:lvl1pPr>
          </a:lstStyle>
          <a:p>
            <a:pPr rtl="0"/>
            <a:r>
              <a:rPr lang="pt-br"/>
              <a:t>Clique para editar o estilo de título Mestre</a:t>
            </a:r>
          </a:p>
        </p:txBody>
      </p:sp>
      <p:sp>
        <p:nvSpPr>
          <p:cNvPr id="5" name="Espaço Reservado para Data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21/11/2025</a:t>
            </a:r>
            <a:endParaRPr lang="en-US" dirty="0"/>
          </a:p>
        </p:txBody>
      </p:sp>
      <p:sp>
        <p:nvSpPr>
          <p:cNvPr id="6" name="Espaço Reservado para Rodapé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4" name="Espaço Reservado para Texto 3">
            <a:extLst>
              <a:ext uri="{FF2B5EF4-FFF2-40B4-BE49-F238E27FC236}">
                <a16:creationId xmlns:a16="http://schemas.microsoft.com/office/drawing/2014/main" id="{EC0EEBFB-2026-6A35-33ED-F008376B67A0}"/>
              </a:ext>
            </a:extLst>
          </p:cNvPr>
          <p:cNvSpPr>
            <a:spLocks noGrp="1"/>
          </p:cNvSpPr>
          <p:nvPr>
            <p:ph type="body" sz="half" idx="2"/>
          </p:nvPr>
        </p:nvSpPr>
        <p:spPr>
          <a:xfrm>
            <a:off x="612647" y="2974848"/>
            <a:ext cx="3801195" cy="3273552"/>
          </a:xfrm>
        </p:spPr>
        <p:txBody>
          <a:bodyPr rtlCol="0"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3" name="Espaço Reservado para Conteúdo 2">
            <a:extLst>
              <a:ext uri="{FF2B5EF4-FFF2-40B4-BE49-F238E27FC236}">
                <a16:creationId xmlns:a16="http://schemas.microsoft.com/office/drawing/2014/main" id="{2F3B20A8-A604-C977-02C0-083BA8663484}"/>
              </a:ext>
            </a:extLst>
          </p:cNvPr>
          <p:cNvSpPr>
            <a:spLocks noGrp="1"/>
          </p:cNvSpPr>
          <p:nvPr>
            <p:ph idx="1"/>
          </p:nvPr>
        </p:nvSpPr>
        <p:spPr>
          <a:xfrm>
            <a:off x="4800600" y="1371600"/>
            <a:ext cx="6774366" cy="4876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Tree>
    <p:extLst>
      <p:ext uri="{BB962C8B-B14F-4D97-AF65-F5344CB8AC3E}">
        <p14:creationId xmlns:p14="http://schemas.microsoft.com/office/powerpoint/2010/main" val="376589787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612648" y="1371600"/>
            <a:ext cx="3595634" cy="3124200"/>
          </a:xfrm>
        </p:spPr>
        <p:txBody>
          <a:bodyPr rtlCol="0" anchor="b">
            <a:normAutofit/>
          </a:bodyPr>
          <a:lstStyle>
            <a:lvl1pPr>
              <a:defRPr sz="2400"/>
            </a:lvl1pPr>
          </a:lstStyle>
          <a:p>
            <a:pPr rtl="0"/>
            <a:r>
              <a:rPr lang="pt-br"/>
              <a:t>Clique para editar o estilo de título Mestre</a:t>
            </a:r>
            <a:endParaRPr lang="en-US" dirty="0"/>
          </a:p>
        </p:txBody>
      </p:sp>
      <p:sp>
        <p:nvSpPr>
          <p:cNvPr id="5" name="Espaço Reservado para Data 4">
            <a:extLst>
              <a:ext uri="{FF2B5EF4-FFF2-40B4-BE49-F238E27FC236}">
                <a16:creationId xmlns:a16="http://schemas.microsoft.com/office/drawing/2014/main" id="{920B235E-39C7-4C78-20EF-DB48ECD9CB90}"/>
              </a:ext>
            </a:extLst>
          </p:cNvPr>
          <p:cNvSpPr>
            <a:spLocks noGrp="1"/>
          </p:cNvSpPr>
          <p:nvPr>
            <p:ph type="dt" sz="half" idx="10"/>
          </p:nvPr>
        </p:nvSpPr>
        <p:spPr/>
        <p:txBody>
          <a:bodyPr rtlCol="0"/>
          <a:lstStyle/>
          <a:p>
            <a:pPr rtl="0"/>
            <a:r>
              <a:rPr lang="en-US"/>
              <a:t>21/11/2025</a:t>
            </a:r>
            <a:endParaRPr lang="en-US" dirty="0"/>
          </a:p>
        </p:txBody>
      </p:sp>
      <p:sp>
        <p:nvSpPr>
          <p:cNvPr id="6" name="Espaço Reservado para Rodapé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AEAA3239-9EA4-4A65-A281-97F994456D9F}" type="slidenum">
              <a:rPr lang="en-US" smtClean="0"/>
              <a:t>‹nº›</a:t>
            </a:fld>
            <a:endParaRPr lang="en-US" dirty="0"/>
          </a:p>
        </p:txBody>
      </p:sp>
      <p:sp>
        <p:nvSpPr>
          <p:cNvPr id="4" name="Espaço Reservado para Texto 3">
            <a:extLst>
              <a:ext uri="{FF2B5EF4-FFF2-40B4-BE49-F238E27FC236}">
                <a16:creationId xmlns:a16="http://schemas.microsoft.com/office/drawing/2014/main" id="{F32C4A61-EF2A-C5A5-B150-4448600B3937}"/>
              </a:ext>
            </a:extLst>
          </p:cNvPr>
          <p:cNvSpPr>
            <a:spLocks noGrp="1"/>
          </p:cNvSpPr>
          <p:nvPr>
            <p:ph type="body" sz="half" idx="2"/>
          </p:nvPr>
        </p:nvSpPr>
        <p:spPr>
          <a:xfrm>
            <a:off x="612648" y="4800600"/>
            <a:ext cx="3595634" cy="1460174"/>
          </a:xfrm>
        </p:spPr>
        <p:txBody>
          <a:bodyPr rtlCol="0" anchor="b"/>
          <a:lstStyle>
            <a:lvl1pPr marL="0" indent="0">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3" name="Espaço Reservado para Imagem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584991" y="1371600"/>
            <a:ext cx="6997410" cy="4876800"/>
          </a:xfrm>
          <a:blipFill dpi="0" rotWithShape="1">
            <a:blip r:embed="rId2">
              <a:alphaModFix amt="60000"/>
            </a:blip>
            <a:srcRect/>
            <a:stretch>
              <a:fillRect/>
            </a:stretch>
          </a:blipFill>
        </p:spPr>
        <p:txBody>
          <a:bodyPr rtlCol="0">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t-br"/>
              <a:t>   </a:t>
            </a:r>
          </a:p>
        </p:txBody>
      </p:sp>
    </p:spTree>
    <p:extLst>
      <p:ext uri="{BB962C8B-B14F-4D97-AF65-F5344CB8AC3E}">
        <p14:creationId xmlns:p14="http://schemas.microsoft.com/office/powerpoint/2010/main" val="36637986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1371600"/>
            <a:ext cx="10972800" cy="1865376"/>
          </a:xfrm>
        </p:spPr>
        <p:txBody>
          <a:bodyPr rtlCol="0" anchor="b">
            <a:normAutofit/>
          </a:bodyPr>
          <a:lstStyle>
            <a:lvl1pPr>
              <a:defRPr sz="3200">
                <a:solidFill>
                  <a:schemeClr val="tx1"/>
                </a:solidFill>
              </a:defRPr>
            </a:lvl1pPr>
          </a:lstStyle>
          <a:p>
            <a:pPr rtl="0"/>
            <a:r>
              <a:rPr lang="pt-br"/>
              <a:t>Clique para editar o estilo de título Mestre</a:t>
            </a:r>
            <a:endParaRPr lang="en-US" dirty="0"/>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1"/>
                </a:solidFill>
              </a:defRPr>
            </a:lvl1pPr>
          </a:lstStyle>
          <a:p>
            <a:pPr rtl="0"/>
            <a:r>
              <a:rPr lang="en-US"/>
              <a:t>21/11/2025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endParaRPr lang="en-US" dirty="0">
              <a:solidFill>
                <a:schemeClr val="tx1"/>
              </a:solidFill>
            </a:endParaRP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‹nº›</a:t>
            </a:fld>
            <a:endParaRPr lang="en-US" dirty="0"/>
          </a:p>
        </p:txBody>
      </p:sp>
      <p:sp>
        <p:nvSpPr>
          <p:cNvPr id="8" name="Espaço Reservado para Conteúdo 7">
            <a:extLst>
              <a:ext uri="{FF2B5EF4-FFF2-40B4-BE49-F238E27FC236}">
                <a16:creationId xmlns:a16="http://schemas.microsoft.com/office/drawing/2014/main" id="{C7E1FCC9-2D1D-9C6B-8C9A-E3D0A77DBEF0}"/>
              </a:ext>
            </a:extLst>
          </p:cNvPr>
          <p:cNvSpPr>
            <a:spLocks noGrp="1"/>
          </p:cNvSpPr>
          <p:nvPr>
            <p:ph sz="quarter" idx="13"/>
          </p:nvPr>
        </p:nvSpPr>
        <p:spPr>
          <a:xfrm>
            <a:off x="612775" y="3621024"/>
            <a:ext cx="10972800" cy="2627376"/>
          </a:xfrm>
        </p:spPr>
        <p:txBody>
          <a:bodyPr rtlCol="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35104490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ã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rtlCol="0" anchor="t">
            <a:noAutofit/>
          </a:bodyPr>
          <a:lstStyle>
            <a:lvl1pPr>
              <a:defRPr sz="3200">
                <a:solidFill>
                  <a:schemeClr val="tx1"/>
                </a:solidFill>
              </a:defRPr>
            </a:lvl1pPr>
          </a:lstStyle>
          <a:p>
            <a:pPr rtl="0"/>
            <a:r>
              <a:rPr lang="pt-br"/>
              <a:t>Clique para editar o estilo de título Mestre</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1"/>
                </a:solidFill>
              </a:defRPr>
            </a:lvl1pPr>
          </a:lstStyle>
          <a:p>
            <a:pPr rtl="0"/>
            <a:r>
              <a:rPr lang="en-US"/>
              <a:t>21/11/2025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pt-br"/>
              <a:t>Exemplo de Texto de Rodapé</a:t>
            </a:r>
            <a:endParaRPr lang="en-US" dirty="0">
              <a:solidFill>
                <a:schemeClr val="tx1"/>
              </a:solidFill>
            </a:endParaRP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‹nº›</a:t>
            </a:fld>
            <a:endParaRPr lang="en-US" dirty="0"/>
          </a:p>
        </p:txBody>
      </p:sp>
      <p:sp>
        <p:nvSpPr>
          <p:cNvPr id="7" name="Espaço Reservado para Conteúdo 6">
            <a:extLst>
              <a:ext uri="{FF2B5EF4-FFF2-40B4-BE49-F238E27FC236}">
                <a16:creationId xmlns:a16="http://schemas.microsoft.com/office/drawing/2014/main" id="{053FFEDA-E57B-DF13-2394-A1514E15F85A}"/>
              </a:ext>
            </a:extLst>
          </p:cNvPr>
          <p:cNvSpPr>
            <a:spLocks noGrp="1"/>
          </p:cNvSpPr>
          <p:nvPr>
            <p:ph sz="quarter" idx="14"/>
          </p:nvPr>
        </p:nvSpPr>
        <p:spPr>
          <a:xfrm>
            <a:off x="612775" y="3870748"/>
            <a:ext cx="8430639" cy="1608008"/>
          </a:xfrm>
        </p:spPr>
        <p:txBody>
          <a:bodyPr rtlCol="0">
            <a:norm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Tree>
    <p:extLst>
      <p:ext uri="{BB962C8B-B14F-4D97-AF65-F5344CB8AC3E}">
        <p14:creationId xmlns:p14="http://schemas.microsoft.com/office/powerpoint/2010/main" val="235912705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475BFB69-9245-EC58-F1DE-FEB625BD336A}"/>
              </a:ext>
            </a:extLst>
          </p:cNvPr>
          <p:cNvSpPr>
            <a:spLocks noGrp="1"/>
          </p:cNvSpPr>
          <p:nvPr>
            <p:ph type="title"/>
          </p:nvPr>
        </p:nvSpPr>
        <p:spPr>
          <a:xfrm>
            <a:off x="609600" y="1381760"/>
            <a:ext cx="10972799" cy="735400"/>
          </a:xfrm>
          <a:prstGeom prst="rect">
            <a:avLst/>
          </a:prstGeom>
        </p:spPr>
        <p:txBody>
          <a:bodyPr vert="horz" lIns="91440" tIns="45720" rIns="91440" bIns="45720" rtlCol="0" anchor="t">
            <a:normAutofit/>
          </a:bodyPr>
          <a:lstStyle/>
          <a:p>
            <a:pPr rtl="0"/>
            <a:r>
              <a:rPr lang="pt-br"/>
              <a:t>Clique para editar o estilo de título Mestre</a:t>
            </a:r>
          </a:p>
        </p:txBody>
      </p:sp>
      <p:sp>
        <p:nvSpPr>
          <p:cNvPr id="3" name="Espaço Reservado para Texto 2">
            <a:extLst>
              <a:ext uri="{FF2B5EF4-FFF2-40B4-BE49-F238E27FC236}">
                <a16:creationId xmlns:a16="http://schemas.microsoft.com/office/drawing/2014/main" id="{5516AFD5-5144-C460-0CA4-644BC4A93C02}"/>
              </a:ext>
            </a:extLst>
          </p:cNvPr>
          <p:cNvSpPr>
            <a:spLocks noGrp="1"/>
          </p:cNvSpPr>
          <p:nvPr>
            <p:ph type="body" idx="1"/>
          </p:nvPr>
        </p:nvSpPr>
        <p:spPr>
          <a:xfrm>
            <a:off x="609600" y="2501206"/>
            <a:ext cx="10966703" cy="3722408"/>
          </a:xfrm>
          <a:prstGeom prst="rect">
            <a:avLst/>
          </a:prstGeom>
        </p:spPr>
        <p:txBody>
          <a:bodyPr vert="horz" lIns="91440" tIns="45720" rIns="91440" bIns="45720" rtlCol="0">
            <a:normAutofit/>
          </a:body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3995753E-AF8A-7E04-8A1A-205B755A0215}"/>
              </a:ext>
            </a:extLst>
          </p:cNvPr>
          <p:cNvSpPr>
            <a:spLocks noGrp="1"/>
          </p:cNvSpPr>
          <p:nvPr>
            <p:ph type="dt" sz="half" idx="2"/>
          </p:nvPr>
        </p:nvSpPr>
        <p:spPr>
          <a:xfrm>
            <a:off x="609600" y="322731"/>
            <a:ext cx="914400" cy="286869"/>
          </a:xfrm>
          <a:prstGeom prst="rect">
            <a:avLst/>
          </a:prstGeom>
        </p:spPr>
        <p:txBody>
          <a:bodyPr vert="horz" lIns="91440" tIns="45720" rIns="91440" bIns="45720" rtlCol="0" anchor="ctr"/>
          <a:lstStyle>
            <a:lvl1pPr algn="l" rtl="0">
              <a:defRPr sz="1000" b="0" i="0" cap="all" baseline="0">
                <a:solidFill>
                  <a:schemeClr val="tx1"/>
                </a:solidFill>
                <a:latin typeface="+mn-lt"/>
              </a:defRPr>
            </a:lvl1pPr>
          </a:lstStyle>
          <a:p>
            <a:pPr rtl="0"/>
            <a:r>
              <a:rPr lang="en-US"/>
              <a:t>21/11/2025</a:t>
            </a:r>
            <a:endParaRPr lang="en-US" dirty="0"/>
          </a:p>
        </p:txBody>
      </p:sp>
      <p:sp>
        <p:nvSpPr>
          <p:cNvPr id="5" name="Espaço Reservado para Rodapé 4">
            <a:extLst>
              <a:ext uri="{FF2B5EF4-FFF2-40B4-BE49-F238E27FC236}">
                <a16:creationId xmlns:a16="http://schemas.microsoft.com/office/drawing/2014/main" id="{D4E1B7C8-DA74-800B-EE14-A39E9DB32DE4}"/>
              </a:ext>
            </a:extLst>
          </p:cNvPr>
          <p:cNvSpPr>
            <a:spLocks noGrp="1"/>
          </p:cNvSpPr>
          <p:nvPr>
            <p:ph type="ftr" sz="quarter" idx="3"/>
          </p:nvPr>
        </p:nvSpPr>
        <p:spPr>
          <a:xfrm>
            <a:off x="2517648" y="322731"/>
            <a:ext cx="7150608" cy="286869"/>
          </a:xfrm>
          <a:prstGeom prst="rect">
            <a:avLst/>
          </a:prstGeom>
        </p:spPr>
        <p:txBody>
          <a:bodyPr vert="horz" lIns="91440" tIns="45720" rIns="91440" bIns="45720" rtlCol="0" anchor="ctr"/>
          <a:lstStyle>
            <a:lvl1pPr algn="ctr" rtl="0">
              <a:defRPr sz="1000" b="0" i="0" cap="all" baseline="0">
                <a:solidFill>
                  <a:schemeClr val="tx1"/>
                </a:solidFill>
                <a:latin typeface="+mn-lt"/>
              </a:defRPr>
            </a:lvl1pPr>
          </a:lstStyle>
          <a:p>
            <a:pPr rtl="0"/>
            <a:r>
              <a:rPr lang="pt-br"/>
              <a:t>Exemplo de Texto de Rodapé</a:t>
            </a:r>
            <a:endParaRPr lang="en-US" dirty="0"/>
          </a:p>
        </p:txBody>
      </p:sp>
      <p:sp>
        <p:nvSpPr>
          <p:cNvPr id="6" name="Espaço Reservado para o Número do Slide 5">
            <a:extLst>
              <a:ext uri="{FF2B5EF4-FFF2-40B4-BE49-F238E27FC236}">
                <a16:creationId xmlns:a16="http://schemas.microsoft.com/office/drawing/2014/main" id="{7AC1647D-0DF0-CA1B-F723-EF7B8F508DB7}"/>
              </a:ext>
            </a:extLst>
          </p:cNvPr>
          <p:cNvSpPr>
            <a:spLocks noGrp="1"/>
          </p:cNvSpPr>
          <p:nvPr>
            <p:ph type="sldNum" sz="quarter" idx="4"/>
          </p:nvPr>
        </p:nvSpPr>
        <p:spPr>
          <a:xfrm>
            <a:off x="10661904" y="322731"/>
            <a:ext cx="914400" cy="286869"/>
          </a:xfrm>
          <a:prstGeom prst="rect">
            <a:avLst/>
          </a:prstGeom>
        </p:spPr>
        <p:txBody>
          <a:bodyPr vert="horz" lIns="91440" tIns="45720" rIns="91440" bIns="45720" rtlCol="0" anchor="ctr"/>
          <a:lstStyle>
            <a:lvl1pPr algn="r" rtl="0">
              <a:defRPr sz="1000" b="0" i="0" cap="all" baseline="0">
                <a:solidFill>
                  <a:schemeClr val="tx1"/>
                </a:solidFill>
                <a:latin typeface="+mn-lt"/>
              </a:defRPr>
            </a:lvl1pPr>
          </a:lstStyle>
          <a:p>
            <a:pPr rtl="0"/>
            <a:fld id="{AEAA3239-9EA4-4A65-A281-97F994456D9F}" type="slidenum">
              <a:rPr lang="en-US" smtClean="0"/>
              <a:pPr rtl="0"/>
              <a:t>‹nº›</a:t>
            </a:fld>
            <a:endParaRPr lang="en-US" dirty="0"/>
          </a:p>
        </p:txBody>
      </p:sp>
    </p:spTree>
    <p:extLst>
      <p:ext uri="{BB962C8B-B14F-4D97-AF65-F5344CB8AC3E}">
        <p14:creationId xmlns:p14="http://schemas.microsoft.com/office/powerpoint/2010/main" val="3335085557"/>
      </p:ext>
    </p:extLst>
  </p:cSld>
  <p:clrMap bg1="dk1" tx1="lt1" bg2="dk2" tx2="lt2" accent1="accent1" accent2="accent2" accent3="accent3" accent4="accent4" accent5="accent5" accent6="accent6" hlink="hlink" folHlink="folHlink"/>
  <p:sldLayoutIdLst>
    <p:sldLayoutId id="2147483947" r:id="rId1"/>
    <p:sldLayoutId id="2147483894" r:id="rId2"/>
    <p:sldLayoutId id="2147483893"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 id="2147483948" r:id="rId13"/>
    <p:sldLayoutId id="2147483904" r:id="rId14"/>
    <p:sldLayoutId id="2147483905" r:id="rId15"/>
    <p:sldLayoutId id="2147483906" r:id="rId16"/>
    <p:sldLayoutId id="2147483907" r:id="rId17"/>
    <p:sldLayoutId id="2147483908" r:id="rId18"/>
    <p:sldLayoutId id="2147483951" r:id="rId19"/>
    <p:sldLayoutId id="2147483909" r:id="rId20"/>
    <p:sldLayoutId id="2147483910" r:id="rId21"/>
    <p:sldLayoutId id="2147483911" r:id="rId22"/>
    <p:sldLayoutId id="2147483912" r:id="rId23"/>
    <p:sldLayoutId id="2147483913" r:id="rId24"/>
    <p:sldLayoutId id="2147483914" r:id="rId25"/>
    <p:sldLayoutId id="2147483915" r:id="rId26"/>
    <p:sldLayoutId id="2147483916" r:id="rId27"/>
    <p:sldLayoutId id="2147483917" r:id="rId28"/>
    <p:sldLayoutId id="2147483918" r:id="rId29"/>
    <p:sldLayoutId id="2147483919" r:id="rId30"/>
    <p:sldLayoutId id="2147483920" r:id="rId31"/>
    <p:sldLayoutId id="2147483921" r:id="rId32"/>
    <p:sldLayoutId id="2147483922" r:id="rId33"/>
    <p:sldLayoutId id="2147483923" r:id="rId34"/>
    <p:sldLayoutId id="2147483924" r:id="rId35"/>
    <p:sldLayoutId id="2147483925" r:id="rId36"/>
    <p:sldLayoutId id="2147483926" r:id="rId37"/>
    <p:sldLayoutId id="2147483949" r:id="rId38"/>
    <p:sldLayoutId id="2147483950" r:id="rId39"/>
    <p:sldLayoutId id="2147483927" r:id="rId40"/>
    <p:sldLayoutId id="2147483928" r:id="rId41"/>
    <p:sldLayoutId id="2147483929" r:id="rId42"/>
    <p:sldLayoutId id="2147483931" r:id="rId43"/>
    <p:sldLayoutId id="2147483932" r:id="rId44"/>
    <p:sldLayoutId id="2147483952" r:id="rId45"/>
    <p:sldLayoutId id="2147483936" r:id="rId46"/>
    <p:sldLayoutId id="2147483937" r:id="rId47"/>
    <p:sldLayoutId id="2147483938" r:id="rId48"/>
    <p:sldLayoutId id="2147483939" r:id="rId49"/>
    <p:sldLayoutId id="2147483940" r:id="rId50"/>
    <p:sldLayoutId id="2147483941" r:id="rId51"/>
    <p:sldLayoutId id="2147483942" r:id="rId52"/>
    <p:sldLayoutId id="2147483943" r:id="rId53"/>
    <p:sldLayoutId id="2147483944" r:id="rId54"/>
    <p:sldLayoutId id="2147483945" r:id="rId55"/>
    <p:sldLayoutId id="2147483946" r:id="rId56"/>
  </p:sldLayoutIdLst>
  <p:hf hdr="0"/>
  <p:txStyles>
    <p:titleStyle>
      <a:lvl1pPr algn="l" defTabSz="914400" rtl="0" eaLnBrk="1" latinLnBrk="0" hangingPunct="1">
        <a:lnSpc>
          <a:spcPct val="80000"/>
        </a:lnSpc>
        <a:spcBef>
          <a:spcPct val="0"/>
        </a:spcBef>
        <a:buNone/>
        <a:defRPr sz="2400" b="1" i="0" kern="1200" cap="all"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cap="none" baseline="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guide id="27" orient="horz" pos="192" userDrawn="1">
          <p15:clr>
            <a:srgbClr val="F26B43"/>
          </p15:clr>
        </p15:guide>
        <p15:guide id="28" orient="horz" pos="3936" userDrawn="1">
          <p15:clr>
            <a:srgbClr val="F26B43"/>
          </p15:clr>
        </p15:guide>
        <p15:guide id="29" orient="horz" pos="384" userDrawn="1">
          <p15:clr>
            <a:srgbClr val="F26B43"/>
          </p15:clr>
        </p15:guide>
        <p15:guide id="30" orient="horz" pos="4128" userDrawn="1">
          <p15:clr>
            <a:srgbClr val="F26B43"/>
          </p15:clr>
        </p15:guide>
        <p15:guide id="31" orient="horz" pos="864" userDrawn="1">
          <p15:clr>
            <a:srgbClr val="F26B43"/>
          </p15:clr>
        </p15:guide>
        <p15:guide id="32" pos="6720" userDrawn="1">
          <p15:clr>
            <a:srgbClr val="F26B43"/>
          </p15:clr>
        </p15:guide>
        <p15:guide id="33" pos="6096" userDrawn="1">
          <p15:clr>
            <a:srgbClr val="F26B43"/>
          </p15:clr>
        </p15:guide>
        <p15:guide id="34" pos="960" userDrawn="1">
          <p15:clr>
            <a:srgbClr val="F26B43"/>
          </p15:clr>
        </p15:guide>
        <p15:guide id="35" pos="15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A0328-522E-977E-BCFA-2BDB118B187F}"/>
              </a:ext>
            </a:extLst>
          </p:cNvPr>
          <p:cNvSpPr>
            <a:spLocks noGrp="1"/>
          </p:cNvSpPr>
          <p:nvPr>
            <p:ph type="ctrTitle"/>
          </p:nvPr>
        </p:nvSpPr>
        <p:spPr>
          <a:xfrm>
            <a:off x="609600" y="1371600"/>
            <a:ext cx="3892269" cy="3276599"/>
          </a:xfrm>
        </p:spPr>
        <p:txBody>
          <a:bodyPr anchor="t">
            <a:normAutofit/>
          </a:bodyPr>
          <a:lstStyle/>
          <a:p>
            <a:r>
              <a:rPr lang="en-US" sz="2700"/>
              <a:t>Fração e Representações Visuais</a:t>
            </a:r>
          </a:p>
        </p:txBody>
      </p:sp>
      <p:sp>
        <p:nvSpPr>
          <p:cNvPr id="3" name="Subtitle 2">
            <a:extLst>
              <a:ext uri="{FF2B5EF4-FFF2-40B4-BE49-F238E27FC236}">
                <a16:creationId xmlns:a16="http://schemas.microsoft.com/office/drawing/2014/main" id="{88035E33-F098-29E9-8BDC-444D511D23A8}"/>
              </a:ext>
            </a:extLst>
          </p:cNvPr>
          <p:cNvSpPr>
            <a:spLocks noGrp="1"/>
          </p:cNvSpPr>
          <p:nvPr>
            <p:ph type="subTitle" idx="1"/>
          </p:nvPr>
        </p:nvSpPr>
        <p:spPr>
          <a:xfrm>
            <a:off x="609600" y="5032606"/>
            <a:ext cx="3177209" cy="871237"/>
          </a:xfrm>
        </p:spPr>
        <p:txBody>
          <a:bodyPr anchor="b">
            <a:normAutofit/>
          </a:bodyPr>
          <a:lstStyle/>
          <a:p>
            <a:r>
              <a:rPr lang="en-US"/>
              <a:t>Compreendendo frações através de imagens claras</a:t>
            </a:r>
          </a:p>
        </p:txBody>
      </p:sp>
      <p:sp>
        <p:nvSpPr>
          <p:cNvPr id="4" name="Date Placeholder 3">
            <a:extLst>
              <a:ext uri="{FF2B5EF4-FFF2-40B4-BE49-F238E27FC236}">
                <a16:creationId xmlns:a16="http://schemas.microsoft.com/office/drawing/2014/main" id="{62041744-2152-6A33-7EED-446D801FCF7B}"/>
              </a:ext>
            </a:extLst>
          </p:cNvPr>
          <p:cNvSpPr>
            <a:spLocks noGrp="1"/>
          </p:cNvSpPr>
          <p:nvPr>
            <p:ph type="dt" sz="half" idx="14"/>
          </p:nvPr>
        </p:nvSpPr>
        <p:spPr>
          <a:xfrm>
            <a:off x="609600" y="322731"/>
            <a:ext cx="914400" cy="283464"/>
          </a:xfrm>
        </p:spPr>
        <p:txBody>
          <a:bodyPr anchor="ctr">
            <a:normAutofit/>
          </a:bodyPr>
          <a:lstStyle/>
          <a:p>
            <a:pPr rtl="0">
              <a:spcAft>
                <a:spcPts val="600"/>
              </a:spcAft>
            </a:pPr>
            <a:r>
              <a:rPr lang="en-US"/>
              <a:t>21/11/2025</a:t>
            </a:r>
          </a:p>
        </p:txBody>
      </p:sp>
      <p:sp>
        <p:nvSpPr>
          <p:cNvPr id="6" name="Slide Number Placeholder 5">
            <a:extLst>
              <a:ext uri="{FF2B5EF4-FFF2-40B4-BE49-F238E27FC236}">
                <a16:creationId xmlns:a16="http://schemas.microsoft.com/office/drawing/2014/main" id="{5090210B-11AF-9BE7-EE45-8FD574744C9F}"/>
              </a:ext>
            </a:extLst>
          </p:cNvPr>
          <p:cNvSpPr>
            <a:spLocks noGrp="1"/>
          </p:cNvSpPr>
          <p:nvPr>
            <p:ph type="sldNum" sz="quarter" idx="16"/>
          </p:nvPr>
        </p:nvSpPr>
        <p:spPr>
          <a:xfrm>
            <a:off x="10668000" y="322731"/>
            <a:ext cx="914399" cy="283464"/>
          </a:xfrm>
        </p:spPr>
        <p:txBody>
          <a:bodyPr anchor="ctr">
            <a:normAutofit/>
          </a:bodyPr>
          <a:lstStyle/>
          <a:p>
            <a:pPr rtl="0">
              <a:spcAft>
                <a:spcPts val="600"/>
              </a:spcAft>
            </a:pPr>
            <a:fld id="{AEAA3239-9EA4-4A65-A281-97F994456D9F}" type="slidenum">
              <a:rPr lang="en-US" smtClean="0"/>
              <a:pPr rtl="0">
                <a:spcAft>
                  <a:spcPts val="600"/>
                </a:spcAft>
              </a:pPr>
              <a:t>1</a:t>
            </a:fld>
            <a:endParaRPr lang="en-US"/>
          </a:p>
        </p:txBody>
      </p:sp>
      <p:pic>
        <p:nvPicPr>
          <p:cNvPr id="7" name="Picture 6" descr="Gráfico circular em amarelo, azul e vermelho feito de blocos de madeira 33 por cento.">
            <a:extLst>
              <a:ext uri="{FF2B5EF4-FFF2-40B4-BE49-F238E27FC236}">
                <a16:creationId xmlns:a16="http://schemas.microsoft.com/office/drawing/2014/main" id="{E32FFF09-9B13-4209-853B-BA8015124783}"/>
              </a:ext>
            </a:extLst>
          </p:cNvPr>
          <p:cNvPicPr>
            <a:picLocks noChangeAspect="1"/>
          </p:cNvPicPr>
          <p:nvPr/>
        </p:nvPicPr>
        <p:blipFill>
          <a:blip r:embed="rId3"/>
          <a:stretch>
            <a:fillRect/>
          </a:stretch>
        </p:blipFill>
        <p:spPr>
          <a:xfrm>
            <a:off x="5111574" y="1658450"/>
            <a:ext cx="6470826" cy="4303099"/>
          </a:xfrm>
          <a:prstGeom prst="rect">
            <a:avLst/>
          </a:prstGeom>
        </p:spPr>
      </p:pic>
    </p:spTree>
    <p:extLst>
      <p:ext uri="{BB962C8B-B14F-4D97-AF65-F5344CB8AC3E}">
        <p14:creationId xmlns:p14="http://schemas.microsoft.com/office/powerpoint/2010/main" val="1792074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DD559-8461-7C94-7032-6C8A1B40A51F}"/>
              </a:ext>
            </a:extLst>
          </p:cNvPr>
          <p:cNvSpPr>
            <a:spLocks noGrp="1"/>
          </p:cNvSpPr>
          <p:nvPr>
            <p:ph type="ctrTitle"/>
          </p:nvPr>
        </p:nvSpPr>
        <p:spPr>
          <a:xfrm>
            <a:off x="612648" y="1417671"/>
            <a:ext cx="7909560" cy="4830729"/>
          </a:xfrm>
        </p:spPr>
        <p:txBody>
          <a:bodyPr anchor="b">
            <a:normAutofit/>
          </a:bodyPr>
          <a:lstStyle/>
          <a:p>
            <a:r>
              <a:rPr lang="en-US"/>
              <a:t>Fundamentos de Frações e Representações Visuais</a:t>
            </a:r>
          </a:p>
        </p:txBody>
      </p:sp>
      <p:sp>
        <p:nvSpPr>
          <p:cNvPr id="4" name="Date Placeholder 3">
            <a:extLst>
              <a:ext uri="{FF2B5EF4-FFF2-40B4-BE49-F238E27FC236}">
                <a16:creationId xmlns:a16="http://schemas.microsoft.com/office/drawing/2014/main" id="{5954C941-DBD7-422B-DF1F-4674E6068946}"/>
              </a:ext>
            </a:extLst>
          </p:cNvPr>
          <p:cNvSpPr>
            <a:spLocks noGrp="1"/>
          </p:cNvSpPr>
          <p:nvPr>
            <p:ph type="dt" sz="half" idx="10"/>
          </p:nvPr>
        </p:nvSpPr>
        <p:spPr>
          <a:xfrm>
            <a:off x="609600" y="322731"/>
            <a:ext cx="914400" cy="286869"/>
          </a:xfrm>
        </p:spPr>
        <p:txBody>
          <a:bodyPr anchor="ctr">
            <a:normAutofit/>
          </a:bodyPr>
          <a:lstStyle/>
          <a:p>
            <a:pPr rtl="0">
              <a:spcAft>
                <a:spcPts val="600"/>
              </a:spcAft>
            </a:pPr>
            <a:r>
              <a:rPr lang="en-US"/>
              <a:t>21/11/2025</a:t>
            </a:r>
          </a:p>
        </p:txBody>
      </p:sp>
      <p:sp>
        <p:nvSpPr>
          <p:cNvPr id="6" name="Slide Number Placeholder 5">
            <a:extLst>
              <a:ext uri="{FF2B5EF4-FFF2-40B4-BE49-F238E27FC236}">
                <a16:creationId xmlns:a16="http://schemas.microsoft.com/office/drawing/2014/main" id="{6487E9C6-8FA4-ADE8-4EEF-5AA2E64203BB}"/>
              </a:ext>
            </a:extLst>
          </p:cNvPr>
          <p:cNvSpPr>
            <a:spLocks noGrp="1"/>
          </p:cNvSpPr>
          <p:nvPr>
            <p:ph type="sldNum" sz="quarter" idx="12"/>
          </p:nvPr>
        </p:nvSpPr>
        <p:spPr>
          <a:xfrm>
            <a:off x="10661904" y="322731"/>
            <a:ext cx="914400" cy="286869"/>
          </a:xfrm>
        </p:spPr>
        <p:txBody>
          <a:bodyPr anchor="ctr">
            <a:normAutofit/>
          </a:bodyPr>
          <a:lstStyle/>
          <a:p>
            <a:pPr rtl="0">
              <a:spcAft>
                <a:spcPts val="600"/>
              </a:spcAft>
            </a:pPr>
            <a:fld id="{AEAA3239-9EA4-4A65-A281-97F994456D9F}" type="slidenum">
              <a:rPr lang="en-US" smtClean="0"/>
              <a:pPr rtl="0">
                <a:spcAft>
                  <a:spcPts val="600"/>
                </a:spcAft>
              </a:pPr>
              <a:t>2</a:t>
            </a:fld>
            <a:endParaRPr lang="en-US"/>
          </a:p>
        </p:txBody>
      </p:sp>
    </p:spTree>
    <p:extLst>
      <p:ext uri="{BB962C8B-B14F-4D97-AF65-F5344CB8AC3E}">
        <p14:creationId xmlns:p14="http://schemas.microsoft.com/office/powerpoint/2010/main" val="27917188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F13D6-356D-A479-BA6D-75F28BB4EA6D}"/>
              </a:ext>
            </a:extLst>
          </p:cNvPr>
          <p:cNvSpPr>
            <a:spLocks noGrp="1"/>
          </p:cNvSpPr>
          <p:nvPr>
            <p:ph type="title"/>
          </p:nvPr>
        </p:nvSpPr>
        <p:spPr>
          <a:xfrm>
            <a:off x="609599" y="1371600"/>
            <a:ext cx="4675633" cy="990600"/>
          </a:xfrm>
        </p:spPr>
        <p:txBody>
          <a:bodyPr anchor="t">
            <a:normAutofit/>
          </a:bodyPr>
          <a:lstStyle/>
          <a:p>
            <a:r>
              <a:rPr lang="en-US"/>
              <a:t>Conceito de Fração e sua Relevância no Cotidiano</a:t>
            </a:r>
          </a:p>
        </p:txBody>
      </p:sp>
      <p:sp>
        <p:nvSpPr>
          <p:cNvPr id="3" name="Date Placeholder 2">
            <a:extLst>
              <a:ext uri="{FF2B5EF4-FFF2-40B4-BE49-F238E27FC236}">
                <a16:creationId xmlns:a16="http://schemas.microsoft.com/office/drawing/2014/main" id="{47035D06-9647-06DF-D686-D9B70996E9BC}"/>
              </a:ext>
            </a:extLst>
          </p:cNvPr>
          <p:cNvSpPr>
            <a:spLocks noGrp="1"/>
          </p:cNvSpPr>
          <p:nvPr>
            <p:ph type="dt" sz="half" idx="10"/>
          </p:nvPr>
        </p:nvSpPr>
        <p:spPr>
          <a:xfrm>
            <a:off x="609600" y="322731"/>
            <a:ext cx="914400" cy="286869"/>
          </a:xfrm>
        </p:spPr>
        <p:txBody>
          <a:bodyPr anchor="ctr">
            <a:normAutofit/>
          </a:bodyPr>
          <a:lstStyle/>
          <a:p>
            <a:pPr rtl="0">
              <a:spcAft>
                <a:spcPts val="600"/>
              </a:spcAft>
            </a:pPr>
            <a:r>
              <a:rPr lang="en-US"/>
              <a:t>21/11/2025</a:t>
            </a:r>
          </a:p>
        </p:txBody>
      </p:sp>
      <p:sp>
        <p:nvSpPr>
          <p:cNvPr id="5" name="Slide Number Placeholder 4">
            <a:extLst>
              <a:ext uri="{FF2B5EF4-FFF2-40B4-BE49-F238E27FC236}">
                <a16:creationId xmlns:a16="http://schemas.microsoft.com/office/drawing/2014/main" id="{40B3ABE4-A0F3-99AB-AFB7-40B9E5BFBC8A}"/>
              </a:ext>
            </a:extLst>
          </p:cNvPr>
          <p:cNvSpPr>
            <a:spLocks noGrp="1"/>
          </p:cNvSpPr>
          <p:nvPr>
            <p:ph type="sldNum" sz="quarter" idx="12"/>
          </p:nvPr>
        </p:nvSpPr>
        <p:spPr>
          <a:xfrm>
            <a:off x="10661904" y="322731"/>
            <a:ext cx="914400" cy="286869"/>
          </a:xfrm>
        </p:spPr>
        <p:txBody>
          <a:bodyPr anchor="ctr">
            <a:normAutofit/>
          </a:bodyPr>
          <a:lstStyle/>
          <a:p>
            <a:pPr rtl="0">
              <a:spcAft>
                <a:spcPts val="600"/>
              </a:spcAft>
            </a:pPr>
            <a:fld id="{AEAA3239-9EA4-4A65-A281-97F994456D9F}" type="slidenum">
              <a:rPr lang="en-US" smtClean="0"/>
              <a:pPr rtl="0">
                <a:spcAft>
                  <a:spcPts val="600"/>
                </a:spcAft>
              </a:pPr>
              <a:t>3</a:t>
            </a:fld>
            <a:endParaRPr lang="en-US"/>
          </a:p>
        </p:txBody>
      </p:sp>
      <p:pic>
        <p:nvPicPr>
          <p:cNvPr id="8" name="Content Placeholder 7" descr="Grupo de fatias de pizza sobre fundo colorido">
            <a:extLst>
              <a:ext uri="{FF2B5EF4-FFF2-40B4-BE49-F238E27FC236}">
                <a16:creationId xmlns:a16="http://schemas.microsoft.com/office/drawing/2014/main" id="{DD75B480-9B61-430D-A3C5-0447F2F2FDEB}"/>
              </a:ext>
            </a:extLst>
          </p:cNvPr>
          <p:cNvPicPr>
            <a:picLocks noGrp="1" noChangeAspect="1"/>
          </p:cNvPicPr>
          <p:nvPr>
            <p:ph type="pic" sz="quarter" idx="13"/>
          </p:nvPr>
        </p:nvPicPr>
        <p:blipFill>
          <a:blip r:embed="rId3"/>
          <a:srcRect l="28178" r="2734" b="2"/>
          <a:stretch>
            <a:fillRect/>
          </a:stretch>
        </p:blipFill>
        <p:spPr>
          <a:xfrm>
            <a:off x="609600" y="2746246"/>
            <a:ext cx="4675632" cy="3502153"/>
          </a:xfrm>
        </p:spPr>
      </p:pic>
      <p:sp>
        <p:nvSpPr>
          <p:cNvPr id="7" name="Content Placeholder 6">
            <a:extLst>
              <a:ext uri="{FF2B5EF4-FFF2-40B4-BE49-F238E27FC236}">
                <a16:creationId xmlns:a16="http://schemas.microsoft.com/office/drawing/2014/main" id="{F9D5F69E-A3AC-F977-CF54-11A9D2A1FCE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12502" y="1371600"/>
            <a:ext cx="5869899" cy="4876800"/>
          </a:xfrm>
        </p:spPr>
        <p:txBody>
          <a:bodyPr>
            <a:normAutofit/>
          </a:bodyPr>
          <a:lstStyle/>
          <a:p>
            <a:pPr marL="0" indent="0">
              <a:spcBef>
                <a:spcPts val="2500"/>
              </a:spcBef>
              <a:buFont typeface="Arial" panose="020B0604020202020204" pitchFamily="34" charset="0"/>
              <a:buNone/>
            </a:pPr>
            <a:r>
              <a:rPr lang="en-US" b="1"/>
              <a:t>Frações como Partes de um Todo</a:t>
            </a:r>
          </a:p>
          <a:p>
            <a:pPr marL="0" lvl="1" indent="0">
              <a:buFont typeface="Arial" panose="020B0604020202020204" pitchFamily="34" charset="0"/>
              <a:buNone/>
            </a:pPr>
            <a:r>
              <a:t>Frações representam partes iguais de um todo, facilitando a compreensão de divisões equilibradas no cotidiano.</a:t>
            </a:r>
            <a:endParaRPr lang="en-US"/>
          </a:p>
          <a:p>
            <a:pPr marL="0" indent="0">
              <a:spcBef>
                <a:spcPts val="2500"/>
              </a:spcBef>
              <a:buFont typeface="Arial" panose="020B0604020202020204" pitchFamily="34" charset="0"/>
              <a:buNone/>
            </a:pPr>
            <a:r>
              <a:rPr lang="en-US" b="1"/>
              <a:t>Transição do Concreto ao Abstrato</a:t>
            </a:r>
          </a:p>
          <a:p>
            <a:pPr marL="0" lvl="1" indent="0">
              <a:buFont typeface="Arial" panose="020B0604020202020204" pitchFamily="34" charset="0"/>
              <a:buNone/>
            </a:pPr>
            <a:r>
              <a:t>O ensino deve usar métodos visuais e manipulativos para ajudar estudantes a entender frações abstratas.</a:t>
            </a:r>
            <a:endParaRPr lang="en-US"/>
          </a:p>
          <a:p>
            <a:pPr marL="0" indent="0">
              <a:spcBef>
                <a:spcPts val="2500"/>
              </a:spcBef>
              <a:buFont typeface="Arial" panose="020B0604020202020204" pitchFamily="34" charset="0"/>
              <a:buNone/>
            </a:pPr>
            <a:r>
              <a:rPr lang="en-US" b="1"/>
              <a:t>Importância na Vida Cotidiana</a:t>
            </a:r>
          </a:p>
          <a:p>
            <a:pPr marL="0" lvl="1" indent="0">
              <a:buFont typeface="Arial" panose="020B0604020202020204" pitchFamily="34" charset="0"/>
              <a:buNone/>
            </a:pPr>
            <a:r>
              <a:t>Frações aparecem em situações diárias como medir tempo e distribuir materiais, tornando o aprendizado relevante.</a:t>
            </a:r>
            <a:endParaRPr lang="en-US"/>
          </a:p>
          <a:p>
            <a:pPr marL="0" indent="0">
              <a:spcBef>
                <a:spcPts val="2500"/>
              </a:spcBef>
              <a:buFont typeface="Arial" panose="020B0604020202020204" pitchFamily="34" charset="0"/>
              <a:buNone/>
            </a:pPr>
            <a:r>
              <a:rPr lang="en-US" b="1"/>
              <a:t>Base para Conceitos Matemáticos Avançados</a:t>
            </a:r>
          </a:p>
          <a:p>
            <a:pPr marL="0" lvl="1" indent="0">
              <a:buFont typeface="Arial" panose="020B0604020202020204" pitchFamily="34" charset="0"/>
              <a:buNone/>
            </a:pPr>
            <a:r>
              <a:t>Compreender frações cria fundamentos para porcentagens, proporções e operações matemáticas complexas.</a:t>
            </a:r>
            <a:endParaRPr lang="en-US"/>
          </a:p>
        </p:txBody>
      </p:sp>
    </p:spTree>
    <p:extLst>
      <p:ext uri="{BB962C8B-B14F-4D97-AF65-F5344CB8AC3E}">
        <p14:creationId xmlns:p14="http://schemas.microsoft.com/office/powerpoint/2010/main" val="34406850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FA7D-A298-E985-BB19-F5A05924261F}"/>
              </a:ext>
            </a:extLst>
          </p:cNvPr>
          <p:cNvSpPr>
            <a:spLocks noGrp="1"/>
          </p:cNvSpPr>
          <p:nvPr>
            <p:ph type="title"/>
          </p:nvPr>
        </p:nvSpPr>
        <p:spPr>
          <a:xfrm>
            <a:off x="609599" y="1371600"/>
            <a:ext cx="4675633" cy="990600"/>
          </a:xfrm>
        </p:spPr>
        <p:txBody>
          <a:bodyPr anchor="t">
            <a:normAutofit/>
          </a:bodyPr>
          <a:lstStyle/>
          <a:p>
            <a:r>
              <a:rPr lang="en-US" sz="2200"/>
              <a:t>Numerador, Denominador e Representação Simbólica</a:t>
            </a:r>
          </a:p>
        </p:txBody>
      </p:sp>
      <p:sp>
        <p:nvSpPr>
          <p:cNvPr id="3" name="Date Placeholder 2">
            <a:extLst>
              <a:ext uri="{FF2B5EF4-FFF2-40B4-BE49-F238E27FC236}">
                <a16:creationId xmlns:a16="http://schemas.microsoft.com/office/drawing/2014/main" id="{F9F06EAA-C9E3-8B75-437E-1C8C12E239BB}"/>
              </a:ext>
            </a:extLst>
          </p:cNvPr>
          <p:cNvSpPr>
            <a:spLocks noGrp="1"/>
          </p:cNvSpPr>
          <p:nvPr>
            <p:ph type="dt" sz="half" idx="10"/>
          </p:nvPr>
        </p:nvSpPr>
        <p:spPr>
          <a:xfrm>
            <a:off x="609600" y="322731"/>
            <a:ext cx="914400" cy="286869"/>
          </a:xfrm>
        </p:spPr>
        <p:txBody>
          <a:bodyPr anchor="ctr">
            <a:normAutofit/>
          </a:bodyPr>
          <a:lstStyle/>
          <a:p>
            <a:pPr rtl="0">
              <a:spcAft>
                <a:spcPts val="600"/>
              </a:spcAft>
            </a:pPr>
            <a:r>
              <a:rPr lang="en-US"/>
              <a:t>21/11/2025</a:t>
            </a:r>
          </a:p>
        </p:txBody>
      </p:sp>
      <p:sp>
        <p:nvSpPr>
          <p:cNvPr id="5" name="Slide Number Placeholder 4">
            <a:extLst>
              <a:ext uri="{FF2B5EF4-FFF2-40B4-BE49-F238E27FC236}">
                <a16:creationId xmlns:a16="http://schemas.microsoft.com/office/drawing/2014/main" id="{23C18E92-CFB5-CAAD-A922-7675CB1E86BF}"/>
              </a:ext>
            </a:extLst>
          </p:cNvPr>
          <p:cNvSpPr>
            <a:spLocks noGrp="1"/>
          </p:cNvSpPr>
          <p:nvPr>
            <p:ph type="sldNum" sz="quarter" idx="12"/>
          </p:nvPr>
        </p:nvSpPr>
        <p:spPr>
          <a:xfrm>
            <a:off x="10661904" y="322731"/>
            <a:ext cx="914400" cy="286869"/>
          </a:xfrm>
        </p:spPr>
        <p:txBody>
          <a:bodyPr anchor="ctr">
            <a:normAutofit/>
          </a:bodyPr>
          <a:lstStyle/>
          <a:p>
            <a:pPr rtl="0">
              <a:spcAft>
                <a:spcPts val="600"/>
              </a:spcAft>
            </a:pPr>
            <a:fld id="{AEAA3239-9EA4-4A65-A281-97F994456D9F}" type="slidenum">
              <a:rPr lang="en-US" smtClean="0"/>
              <a:pPr rtl="0">
                <a:spcAft>
                  <a:spcPts val="600"/>
                </a:spcAft>
              </a:pPr>
              <a:t>4</a:t>
            </a:fld>
            <a:endParaRPr lang="en-US"/>
          </a:p>
        </p:txBody>
      </p:sp>
      <p:pic>
        <p:nvPicPr>
          <p:cNvPr id="8" name="Content Placeholder 7" descr="Palco do pódio do produto para apresentação de mockup, fundo de cubos abstratos">
            <a:extLst>
              <a:ext uri="{FF2B5EF4-FFF2-40B4-BE49-F238E27FC236}">
                <a16:creationId xmlns:a16="http://schemas.microsoft.com/office/drawing/2014/main" id="{E4EC145C-DEA9-4F30-A332-EEE2C5580970}"/>
              </a:ext>
            </a:extLst>
          </p:cNvPr>
          <p:cNvPicPr>
            <a:picLocks noGrp="1" noChangeAspect="1"/>
          </p:cNvPicPr>
          <p:nvPr>
            <p:ph type="pic" sz="quarter" idx="13"/>
          </p:nvPr>
        </p:nvPicPr>
        <p:blipFill>
          <a:blip r:embed="rId3"/>
          <a:srcRect l="16964" r="11275" b="-1"/>
          <a:stretch>
            <a:fillRect/>
          </a:stretch>
        </p:blipFill>
        <p:spPr>
          <a:xfrm>
            <a:off x="609600" y="2746246"/>
            <a:ext cx="4675632" cy="3502153"/>
          </a:xfrm>
        </p:spPr>
      </p:pic>
      <p:sp>
        <p:nvSpPr>
          <p:cNvPr id="7" name="Content Placeholder 6">
            <a:extLst>
              <a:ext uri="{FF2B5EF4-FFF2-40B4-BE49-F238E27FC236}">
                <a16:creationId xmlns:a16="http://schemas.microsoft.com/office/drawing/2014/main" id="{2448C4B7-1A38-1907-4AB6-07FD4B7F0A8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12502" y="1371600"/>
            <a:ext cx="5869899" cy="4876800"/>
          </a:xfrm>
        </p:spPr>
        <p:txBody>
          <a:bodyPr>
            <a:normAutofit/>
          </a:bodyPr>
          <a:lstStyle/>
          <a:p>
            <a:pPr marL="0" indent="0">
              <a:spcBef>
                <a:spcPts val="2500"/>
              </a:spcBef>
              <a:buFont typeface="Arial" panose="020B0604020202020204" pitchFamily="34" charset="0"/>
              <a:buNone/>
            </a:pPr>
            <a:r>
              <a:rPr lang="en-US" b="1"/>
              <a:t>Função do Numerador e Denominador</a:t>
            </a:r>
          </a:p>
          <a:p>
            <a:pPr marL="0" lvl="1" indent="0">
              <a:buFont typeface="Arial" panose="020B0604020202020204" pitchFamily="34" charset="0"/>
              <a:buNone/>
            </a:pPr>
            <a:r>
              <a:t>O denominador indica o total de partes iguais, enquanto o numerador mostra quantas partes são consideradas.</a:t>
            </a:r>
            <a:endParaRPr lang="en-US"/>
          </a:p>
          <a:p>
            <a:pPr marL="0" indent="0">
              <a:spcBef>
                <a:spcPts val="2500"/>
              </a:spcBef>
              <a:buFont typeface="Arial" panose="020B0604020202020204" pitchFamily="34" charset="0"/>
              <a:buNone/>
            </a:pPr>
            <a:r>
              <a:rPr lang="en-US" b="1"/>
              <a:t>Representação Visual das Frações</a:t>
            </a:r>
          </a:p>
          <a:p>
            <a:pPr marL="0" lvl="1" indent="0">
              <a:buFont typeface="Arial" panose="020B0604020202020204" pitchFamily="34" charset="0"/>
              <a:buNone/>
            </a:pPr>
            <a:r>
              <a:t>Modelos visuais como pizzas e barras ajudam estudantes a compreender a relação entre partes e o todo.</a:t>
            </a:r>
            <a:endParaRPr lang="en-US"/>
          </a:p>
          <a:p>
            <a:pPr marL="0" indent="0">
              <a:spcBef>
                <a:spcPts val="2500"/>
              </a:spcBef>
              <a:buFont typeface="Arial" panose="020B0604020202020204" pitchFamily="34" charset="0"/>
              <a:buNone/>
            </a:pPr>
            <a:r>
              <a:rPr lang="en-US" b="1"/>
              <a:t>Compreensão de Frações Equivalentes</a:t>
            </a:r>
          </a:p>
          <a:p>
            <a:pPr marL="0" lvl="1" indent="0">
              <a:buFont typeface="Arial" panose="020B0604020202020204" pitchFamily="34" charset="0"/>
              <a:buNone/>
            </a:pPr>
            <a:r>
              <a:t>Frações equivalentes, como 1/2 e 2/4, podem ser exploradas visualmente para identificar semelhanças.</a:t>
            </a:r>
            <a:endParaRPr lang="en-US"/>
          </a:p>
          <a:p>
            <a:pPr marL="0" indent="0">
              <a:spcBef>
                <a:spcPts val="2500"/>
              </a:spcBef>
              <a:buFont typeface="Arial" panose="020B0604020202020204" pitchFamily="34" charset="0"/>
              <a:buNone/>
            </a:pPr>
            <a:r>
              <a:rPr lang="en-US" b="1"/>
              <a:t>Desenvolvimento de Habilidades Matemáticas</a:t>
            </a:r>
          </a:p>
          <a:p>
            <a:pPr marL="0" lvl="1" indent="0">
              <a:buFont typeface="Arial" panose="020B0604020202020204" pitchFamily="34" charset="0"/>
              <a:buNone/>
            </a:pPr>
            <a:r>
              <a:t>Atividades práticas fortalecem a leitura simbólica e a interpretação matemática dos estudantes.</a:t>
            </a:r>
            <a:endParaRPr lang="en-US"/>
          </a:p>
        </p:txBody>
      </p:sp>
    </p:spTree>
    <p:extLst>
      <p:ext uri="{BB962C8B-B14F-4D97-AF65-F5344CB8AC3E}">
        <p14:creationId xmlns:p14="http://schemas.microsoft.com/office/powerpoint/2010/main" val="13807217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7A925-91FC-EF18-BB63-1F17AFB38534}"/>
              </a:ext>
            </a:extLst>
          </p:cNvPr>
          <p:cNvSpPr>
            <a:spLocks noGrp="1"/>
          </p:cNvSpPr>
          <p:nvPr>
            <p:ph type="title"/>
          </p:nvPr>
        </p:nvSpPr>
        <p:spPr>
          <a:xfrm>
            <a:off x="609599" y="1371600"/>
            <a:ext cx="4675633" cy="990600"/>
          </a:xfrm>
        </p:spPr>
        <p:txBody>
          <a:bodyPr anchor="t">
            <a:normAutofit/>
          </a:bodyPr>
          <a:lstStyle/>
          <a:p>
            <a:r>
              <a:rPr lang="en-US"/>
              <a:t>Representações Visuais e Construção do Significado Matemático</a:t>
            </a:r>
          </a:p>
        </p:txBody>
      </p:sp>
      <p:sp>
        <p:nvSpPr>
          <p:cNvPr id="3" name="Date Placeholder 2">
            <a:extLst>
              <a:ext uri="{FF2B5EF4-FFF2-40B4-BE49-F238E27FC236}">
                <a16:creationId xmlns:a16="http://schemas.microsoft.com/office/drawing/2014/main" id="{6D29048E-11F8-1A45-0741-03A4ADCDA665}"/>
              </a:ext>
            </a:extLst>
          </p:cNvPr>
          <p:cNvSpPr>
            <a:spLocks noGrp="1"/>
          </p:cNvSpPr>
          <p:nvPr>
            <p:ph type="dt" sz="half" idx="10"/>
          </p:nvPr>
        </p:nvSpPr>
        <p:spPr>
          <a:xfrm>
            <a:off x="609600" y="322731"/>
            <a:ext cx="914400" cy="286869"/>
          </a:xfrm>
        </p:spPr>
        <p:txBody>
          <a:bodyPr anchor="ctr">
            <a:normAutofit/>
          </a:bodyPr>
          <a:lstStyle/>
          <a:p>
            <a:pPr rtl="0">
              <a:spcAft>
                <a:spcPts val="600"/>
              </a:spcAft>
            </a:pPr>
            <a:r>
              <a:rPr lang="en-US"/>
              <a:t>21/11/2025</a:t>
            </a:r>
          </a:p>
        </p:txBody>
      </p:sp>
      <p:sp>
        <p:nvSpPr>
          <p:cNvPr id="5" name="Slide Number Placeholder 4">
            <a:extLst>
              <a:ext uri="{FF2B5EF4-FFF2-40B4-BE49-F238E27FC236}">
                <a16:creationId xmlns:a16="http://schemas.microsoft.com/office/drawing/2014/main" id="{09AFF2FA-009A-4F94-4A24-FA9837C35C52}"/>
              </a:ext>
            </a:extLst>
          </p:cNvPr>
          <p:cNvSpPr>
            <a:spLocks noGrp="1"/>
          </p:cNvSpPr>
          <p:nvPr>
            <p:ph type="sldNum" sz="quarter" idx="12"/>
          </p:nvPr>
        </p:nvSpPr>
        <p:spPr>
          <a:xfrm>
            <a:off x="10661904" y="322731"/>
            <a:ext cx="914400" cy="286869"/>
          </a:xfrm>
        </p:spPr>
        <p:txBody>
          <a:bodyPr anchor="ctr">
            <a:normAutofit/>
          </a:bodyPr>
          <a:lstStyle/>
          <a:p>
            <a:pPr rtl="0">
              <a:spcAft>
                <a:spcPts val="600"/>
              </a:spcAft>
            </a:pPr>
            <a:fld id="{AEAA3239-9EA4-4A65-A281-97F994456D9F}" type="slidenum">
              <a:rPr lang="en-US" smtClean="0"/>
              <a:pPr rtl="0">
                <a:spcAft>
                  <a:spcPts val="600"/>
                </a:spcAft>
              </a:pPr>
              <a:t>5</a:t>
            </a:fld>
            <a:endParaRPr lang="en-US"/>
          </a:p>
        </p:txBody>
      </p:sp>
      <p:pic>
        <p:nvPicPr>
          <p:cNvPr id="8" name="Content Placeholder 7" descr="Fatias de pizza">
            <a:extLst>
              <a:ext uri="{FF2B5EF4-FFF2-40B4-BE49-F238E27FC236}">
                <a16:creationId xmlns:a16="http://schemas.microsoft.com/office/drawing/2014/main" id="{0560BDA1-BFF5-4602-9D8C-BD5B09126B5D}"/>
              </a:ext>
            </a:extLst>
          </p:cNvPr>
          <p:cNvPicPr>
            <a:picLocks noGrp="1" noChangeAspect="1"/>
          </p:cNvPicPr>
          <p:nvPr>
            <p:ph type="pic" sz="quarter" idx="13"/>
          </p:nvPr>
        </p:nvPicPr>
        <p:blipFill>
          <a:blip r:embed="rId3"/>
          <a:srcRect r="28573" b="-1"/>
          <a:stretch>
            <a:fillRect/>
          </a:stretch>
        </p:blipFill>
        <p:spPr>
          <a:xfrm>
            <a:off x="609600" y="2746246"/>
            <a:ext cx="4675632" cy="3502153"/>
          </a:xfrm>
        </p:spPr>
      </p:pic>
      <p:sp>
        <p:nvSpPr>
          <p:cNvPr id="7" name="Content Placeholder 6">
            <a:extLst>
              <a:ext uri="{FF2B5EF4-FFF2-40B4-BE49-F238E27FC236}">
                <a16:creationId xmlns:a16="http://schemas.microsoft.com/office/drawing/2014/main" id="{FE130A7F-EC56-229F-9503-400A3D1565B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12502" y="1371600"/>
            <a:ext cx="5869899" cy="4876800"/>
          </a:xfrm>
        </p:spPr>
        <p:txBody>
          <a:bodyPr>
            <a:normAutofit/>
          </a:bodyPr>
          <a:lstStyle/>
          <a:p>
            <a:pPr marL="0" indent="0">
              <a:spcBef>
                <a:spcPts val="2500"/>
              </a:spcBef>
              <a:buFont typeface="Arial" panose="020B0604020202020204" pitchFamily="34" charset="0"/>
              <a:buNone/>
            </a:pPr>
            <a:r>
              <a:rPr lang="en-US" b="1"/>
              <a:t>Compreensão Concreta com Imagens</a:t>
            </a:r>
          </a:p>
          <a:p>
            <a:pPr marL="0" lvl="1" indent="0">
              <a:buFont typeface="Arial" panose="020B0604020202020204" pitchFamily="34" charset="0"/>
              <a:buNone/>
            </a:pPr>
            <a:r>
              <a:t>Representações visuais ajudam alunos a entender frações concretamente antes de conceitos abstratos.</a:t>
            </a:r>
            <a:endParaRPr lang="en-US"/>
          </a:p>
          <a:p>
            <a:pPr marL="0" indent="0">
              <a:spcBef>
                <a:spcPts val="2500"/>
              </a:spcBef>
              <a:buFont typeface="Arial" panose="020B0604020202020204" pitchFamily="34" charset="0"/>
              <a:buNone/>
            </a:pPr>
            <a:r>
              <a:rPr lang="en-US" b="1"/>
              <a:t>Diversidade de Modalidades Visuais</a:t>
            </a:r>
          </a:p>
          <a:p>
            <a:pPr marL="0" lvl="1" indent="0">
              <a:buFont typeface="Arial" panose="020B0604020202020204" pitchFamily="34" charset="0"/>
              <a:buNone/>
            </a:pPr>
            <a:r>
              <a:t>Usar figuras, conjuntos e retas numéricas permite explorar diferentes conceitos de frações.</a:t>
            </a:r>
            <a:endParaRPr lang="en-US"/>
          </a:p>
          <a:p>
            <a:pPr marL="0" indent="0">
              <a:spcBef>
                <a:spcPts val="2500"/>
              </a:spcBef>
              <a:buFont typeface="Arial" panose="020B0604020202020204" pitchFamily="34" charset="0"/>
              <a:buNone/>
            </a:pPr>
            <a:r>
              <a:rPr lang="en-US" b="1"/>
              <a:t>Ferramentas Digitais e Interatividade</a:t>
            </a:r>
          </a:p>
          <a:p>
            <a:pPr marL="0" lvl="1" indent="0">
              <a:buFont typeface="Arial" panose="020B0604020202020204" pitchFamily="34" charset="0"/>
              <a:buNone/>
            </a:pPr>
            <a:r>
              <a:t>Softwares educacionais ampliam o aprendizado ao permitir manipulação e visualização dinâmica.</a:t>
            </a:r>
            <a:endParaRPr lang="en-US"/>
          </a:p>
          <a:p>
            <a:pPr marL="0" indent="0">
              <a:spcBef>
                <a:spcPts val="2500"/>
              </a:spcBef>
              <a:buFont typeface="Arial" panose="020B0604020202020204" pitchFamily="34" charset="0"/>
              <a:buNone/>
            </a:pPr>
            <a:r>
              <a:rPr lang="en-US" b="1"/>
              <a:t>Fortalecimento do Entendimento Matemático</a:t>
            </a:r>
          </a:p>
          <a:p>
            <a:pPr marL="0" lvl="1" indent="0">
              <a:buFont typeface="Arial" panose="020B0604020202020204" pitchFamily="34" charset="0"/>
              <a:buNone/>
            </a:pPr>
            <a:r>
              <a:t>Representações visuais promovem raciocínio lógico e melhoram desempenho em problemas.</a:t>
            </a:r>
            <a:endParaRPr lang="en-US"/>
          </a:p>
        </p:txBody>
      </p:sp>
    </p:spTree>
    <p:extLst>
      <p:ext uri="{BB962C8B-B14F-4D97-AF65-F5344CB8AC3E}">
        <p14:creationId xmlns:p14="http://schemas.microsoft.com/office/powerpoint/2010/main" val="3498327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C0235-0A50-37DF-3822-13DD01AD59CA}"/>
              </a:ext>
            </a:extLst>
          </p:cNvPr>
          <p:cNvSpPr>
            <a:spLocks noGrp="1"/>
          </p:cNvSpPr>
          <p:nvPr>
            <p:ph type="title"/>
          </p:nvPr>
        </p:nvSpPr>
        <p:spPr>
          <a:xfrm>
            <a:off x="612646" y="1371600"/>
            <a:ext cx="7166187" cy="606886"/>
          </a:xfrm>
        </p:spPr>
        <p:txBody>
          <a:bodyPr anchor="t">
            <a:normAutofit/>
          </a:bodyPr>
          <a:lstStyle/>
          <a:p>
            <a:r>
              <a:rPr lang="en-US" sz="2000"/>
              <a:t>Atividades Práticas e Colaborativas com Frações</a:t>
            </a:r>
          </a:p>
        </p:txBody>
      </p:sp>
      <p:sp>
        <p:nvSpPr>
          <p:cNvPr id="3" name="Date Placeholder 2">
            <a:extLst>
              <a:ext uri="{FF2B5EF4-FFF2-40B4-BE49-F238E27FC236}">
                <a16:creationId xmlns:a16="http://schemas.microsoft.com/office/drawing/2014/main" id="{116F9C71-8FF5-29EE-01E7-BEDB9344949E}"/>
              </a:ext>
            </a:extLst>
          </p:cNvPr>
          <p:cNvSpPr>
            <a:spLocks noGrp="1"/>
          </p:cNvSpPr>
          <p:nvPr>
            <p:ph type="dt" sz="half" idx="15"/>
          </p:nvPr>
        </p:nvSpPr>
        <p:spPr>
          <a:xfrm>
            <a:off x="609600" y="322731"/>
            <a:ext cx="914400" cy="283464"/>
          </a:xfrm>
        </p:spPr>
        <p:txBody>
          <a:bodyPr anchor="ctr">
            <a:normAutofit/>
          </a:bodyPr>
          <a:lstStyle/>
          <a:p>
            <a:pPr rtl="0">
              <a:spcAft>
                <a:spcPts val="600"/>
              </a:spcAft>
            </a:pPr>
            <a:r>
              <a:rPr lang="en-US"/>
              <a:t>21/11/2025</a:t>
            </a:r>
          </a:p>
        </p:txBody>
      </p:sp>
      <p:sp>
        <p:nvSpPr>
          <p:cNvPr id="5" name="Slide Number Placeholder 4">
            <a:extLst>
              <a:ext uri="{FF2B5EF4-FFF2-40B4-BE49-F238E27FC236}">
                <a16:creationId xmlns:a16="http://schemas.microsoft.com/office/drawing/2014/main" id="{AE5C5EFB-7AAF-5F4A-A061-B52EB23A85D3}"/>
              </a:ext>
            </a:extLst>
          </p:cNvPr>
          <p:cNvSpPr>
            <a:spLocks noGrp="1"/>
          </p:cNvSpPr>
          <p:nvPr>
            <p:ph type="sldNum" sz="quarter" idx="17"/>
          </p:nvPr>
        </p:nvSpPr>
        <p:spPr>
          <a:xfrm>
            <a:off x="10664953" y="322731"/>
            <a:ext cx="914400" cy="283464"/>
          </a:xfrm>
        </p:spPr>
        <p:txBody>
          <a:bodyPr anchor="ctr">
            <a:normAutofit/>
          </a:bodyPr>
          <a:lstStyle/>
          <a:p>
            <a:pPr rtl="0">
              <a:spcAft>
                <a:spcPts val="600"/>
              </a:spcAft>
            </a:pPr>
            <a:fld id="{AEAA3239-9EA4-4A65-A281-97F994456D9F}" type="slidenum">
              <a:rPr lang="en-US" smtClean="0"/>
              <a:pPr rtl="0">
                <a:spcAft>
                  <a:spcPts val="600"/>
                </a:spcAft>
              </a:pPr>
              <a:t>6</a:t>
            </a:fld>
            <a:endParaRPr lang="en-US"/>
          </a:p>
        </p:txBody>
      </p:sp>
      <p:sp>
        <p:nvSpPr>
          <p:cNvPr id="7" name="Content Placeholder 6">
            <a:extLst>
              <a:ext uri="{FF2B5EF4-FFF2-40B4-BE49-F238E27FC236}">
                <a16:creationId xmlns:a16="http://schemas.microsoft.com/office/drawing/2014/main" id="{3AB41D66-F56F-C2A5-34F3-6E730F8AD33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Aprendizagem Ativa com Frações</a:t>
            </a:r>
          </a:p>
          <a:p>
            <a:pPr marL="0" lvl="1" indent="0">
              <a:lnSpc>
                <a:spcPct val="110000"/>
              </a:lnSpc>
              <a:buFont typeface="Arial" panose="020B0604020202020204" pitchFamily="34" charset="0"/>
              <a:buNone/>
            </a:pPr>
            <a:r>
              <a:rPr lang="en-US" sz="1200"/>
              <a:t>Atividades práticas transformam frações abstratas em experiências visuais e tangíveis para melhor compreensão.</a:t>
            </a:r>
          </a:p>
          <a:p>
            <a:pPr marL="0" indent="0">
              <a:lnSpc>
                <a:spcPct val="110000"/>
              </a:lnSpc>
              <a:spcBef>
                <a:spcPts val="2500"/>
              </a:spcBef>
              <a:buFont typeface="Arial" panose="020B0604020202020204" pitchFamily="34" charset="0"/>
              <a:buNone/>
            </a:pPr>
            <a:r>
              <a:rPr lang="en-US" sz="1200" b="1"/>
              <a:t>Colaboração e Competências Socioemocionais</a:t>
            </a:r>
          </a:p>
          <a:p>
            <a:pPr marL="0" lvl="1" indent="0">
              <a:lnSpc>
                <a:spcPct val="110000"/>
              </a:lnSpc>
              <a:buFont typeface="Arial" panose="020B0604020202020204" pitchFamily="34" charset="0"/>
              <a:buNone/>
            </a:pPr>
            <a:r>
              <a:rPr lang="en-US" sz="1200"/>
              <a:t>Trabalhar em grupo fortalece cooperação, respeito e responsabilidade entre alunos durante as atividades.</a:t>
            </a:r>
          </a:p>
          <a:p>
            <a:pPr marL="0" indent="0">
              <a:lnSpc>
                <a:spcPct val="110000"/>
              </a:lnSpc>
              <a:spcBef>
                <a:spcPts val="2500"/>
              </a:spcBef>
              <a:buFont typeface="Arial" panose="020B0604020202020204" pitchFamily="34" charset="0"/>
              <a:buNone/>
            </a:pPr>
            <a:r>
              <a:rPr lang="en-US" sz="1200" b="1"/>
              <a:t>Mediação e Orientação do Professor</a:t>
            </a:r>
          </a:p>
          <a:p>
            <a:pPr marL="0" lvl="1" indent="0">
              <a:lnSpc>
                <a:spcPct val="110000"/>
              </a:lnSpc>
              <a:buFont typeface="Arial" panose="020B0604020202020204" pitchFamily="34" charset="0"/>
              <a:buNone/>
            </a:pPr>
            <a:r>
              <a:rPr lang="en-US" sz="1200"/>
              <a:t>O professor orienta a divisão correta das frações e incentiva reflexões sobre numerador e denominador.</a:t>
            </a:r>
          </a:p>
          <a:p>
            <a:pPr marL="0" indent="0">
              <a:lnSpc>
                <a:spcPct val="110000"/>
              </a:lnSpc>
              <a:spcBef>
                <a:spcPts val="2500"/>
              </a:spcBef>
              <a:buFont typeface="Arial" panose="020B0604020202020204" pitchFamily="34" charset="0"/>
              <a:buNone/>
            </a:pPr>
            <a:r>
              <a:rPr lang="en-US" sz="1200" b="1"/>
              <a:t>Representações Visuais e Discussões</a:t>
            </a:r>
          </a:p>
          <a:p>
            <a:pPr marL="0" lvl="1" indent="0">
              <a:lnSpc>
                <a:spcPct val="110000"/>
              </a:lnSpc>
              <a:buFont typeface="Arial" panose="020B0604020202020204" pitchFamily="34" charset="0"/>
              <a:buNone/>
            </a:pPr>
            <a:r>
              <a:rPr lang="en-US" sz="1200"/>
              <a:t>Apresentar as frações amplia o repertório visual e promove debates matemáticos significativos.</a:t>
            </a:r>
          </a:p>
        </p:txBody>
      </p:sp>
      <p:pic>
        <p:nvPicPr>
          <p:cNvPr id="8" name="Content Placeholder 7" descr="Criança escrevendo em um caderno">
            <a:extLst>
              <a:ext uri="{FF2B5EF4-FFF2-40B4-BE49-F238E27FC236}">
                <a16:creationId xmlns:a16="http://schemas.microsoft.com/office/drawing/2014/main" id="{4F20A07E-BA21-4538-A1F5-60ED0FFAAC03}"/>
              </a:ext>
            </a:extLst>
          </p:cNvPr>
          <p:cNvPicPr>
            <a:picLocks noGrp="1" noChangeAspect="1"/>
          </p:cNvPicPr>
          <p:nvPr>
            <p:ph type="pic" sz="quarter" idx="13"/>
          </p:nvPr>
        </p:nvPicPr>
        <p:blipFill>
          <a:blip r:embed="rId3"/>
          <a:srcRect l="1402" r="51872" b="-1"/>
          <a:stretch>
            <a:fillRect/>
          </a:stretch>
        </p:blipFill>
        <p:spPr>
          <a:xfrm>
            <a:off x="8165593" y="1373529"/>
            <a:ext cx="3413760" cy="4876800"/>
          </a:xfrm>
        </p:spPr>
      </p:pic>
    </p:spTree>
    <p:extLst>
      <p:ext uri="{BB962C8B-B14F-4D97-AF65-F5344CB8AC3E}">
        <p14:creationId xmlns:p14="http://schemas.microsoft.com/office/powerpoint/2010/main" val="31339336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91C2-5121-173B-20F4-1CFC6438FC6D}"/>
              </a:ext>
            </a:extLst>
          </p:cNvPr>
          <p:cNvSpPr>
            <a:spLocks noGrp="1"/>
          </p:cNvSpPr>
          <p:nvPr>
            <p:ph type="title"/>
          </p:nvPr>
        </p:nvSpPr>
        <p:spPr>
          <a:xfrm>
            <a:off x="609599" y="1371600"/>
            <a:ext cx="4675633" cy="990600"/>
          </a:xfrm>
        </p:spPr>
        <p:txBody>
          <a:bodyPr anchor="t">
            <a:normAutofit/>
          </a:bodyPr>
          <a:lstStyle/>
          <a:p>
            <a:r>
              <a:rPr lang="en-US"/>
              <a:t>Recursos Digitais e Visualização Dinâmica de Frações</a:t>
            </a:r>
          </a:p>
        </p:txBody>
      </p:sp>
      <p:sp>
        <p:nvSpPr>
          <p:cNvPr id="3" name="Date Placeholder 2">
            <a:extLst>
              <a:ext uri="{FF2B5EF4-FFF2-40B4-BE49-F238E27FC236}">
                <a16:creationId xmlns:a16="http://schemas.microsoft.com/office/drawing/2014/main" id="{F4DD03A0-ED20-13BC-9588-41A90CC4C9E5}"/>
              </a:ext>
            </a:extLst>
          </p:cNvPr>
          <p:cNvSpPr>
            <a:spLocks noGrp="1"/>
          </p:cNvSpPr>
          <p:nvPr>
            <p:ph type="dt" sz="half" idx="10"/>
          </p:nvPr>
        </p:nvSpPr>
        <p:spPr>
          <a:xfrm>
            <a:off x="609600" y="322731"/>
            <a:ext cx="914400" cy="286869"/>
          </a:xfrm>
        </p:spPr>
        <p:txBody>
          <a:bodyPr anchor="ctr">
            <a:normAutofit/>
          </a:bodyPr>
          <a:lstStyle/>
          <a:p>
            <a:pPr rtl="0">
              <a:spcAft>
                <a:spcPts val="600"/>
              </a:spcAft>
            </a:pPr>
            <a:r>
              <a:rPr lang="en-US"/>
              <a:t>21/11/2025</a:t>
            </a:r>
          </a:p>
        </p:txBody>
      </p:sp>
      <p:sp>
        <p:nvSpPr>
          <p:cNvPr id="5" name="Slide Number Placeholder 4">
            <a:extLst>
              <a:ext uri="{FF2B5EF4-FFF2-40B4-BE49-F238E27FC236}">
                <a16:creationId xmlns:a16="http://schemas.microsoft.com/office/drawing/2014/main" id="{AA8BF368-83DC-A09D-750F-9DE23C5AE9E4}"/>
              </a:ext>
            </a:extLst>
          </p:cNvPr>
          <p:cNvSpPr>
            <a:spLocks noGrp="1"/>
          </p:cNvSpPr>
          <p:nvPr>
            <p:ph type="sldNum" sz="quarter" idx="12"/>
          </p:nvPr>
        </p:nvSpPr>
        <p:spPr>
          <a:xfrm>
            <a:off x="10661904" y="322731"/>
            <a:ext cx="914400" cy="286869"/>
          </a:xfrm>
        </p:spPr>
        <p:txBody>
          <a:bodyPr anchor="ctr">
            <a:normAutofit/>
          </a:bodyPr>
          <a:lstStyle/>
          <a:p>
            <a:pPr rtl="0">
              <a:spcAft>
                <a:spcPts val="600"/>
              </a:spcAft>
            </a:pPr>
            <a:fld id="{AEAA3239-9EA4-4A65-A281-97F994456D9F}" type="slidenum">
              <a:rPr lang="en-US" smtClean="0"/>
              <a:pPr rtl="0">
                <a:spcAft>
                  <a:spcPts val="600"/>
                </a:spcAft>
              </a:pPr>
              <a:t>7</a:t>
            </a:fld>
            <a:endParaRPr lang="en-US"/>
          </a:p>
        </p:txBody>
      </p:sp>
      <p:pic>
        <p:nvPicPr>
          <p:cNvPr id="8" name="Content Placeholder 7" descr="Interface médica do futuro, um sistema para gerenciar dados médicos obtidos por meio da varredura da rede neural do cérebro humano. Graças às tecnologias modernas e à ajuda das redes neurais, é possível fazer previsões e diagnosticar doenças em um estágio inicial.">
            <a:extLst>
              <a:ext uri="{FF2B5EF4-FFF2-40B4-BE49-F238E27FC236}">
                <a16:creationId xmlns:a16="http://schemas.microsoft.com/office/drawing/2014/main" id="{EBAF3F44-6AC7-4DDD-BFA9-6A28F1CA0E7C}"/>
              </a:ext>
            </a:extLst>
          </p:cNvPr>
          <p:cNvPicPr>
            <a:picLocks noGrp="1" noChangeAspect="1"/>
          </p:cNvPicPr>
          <p:nvPr>
            <p:ph type="pic" sz="quarter" idx="13"/>
          </p:nvPr>
        </p:nvPicPr>
        <p:blipFill>
          <a:blip r:embed="rId3"/>
          <a:srcRect l="12619" r="16957" b="1"/>
          <a:stretch>
            <a:fillRect/>
          </a:stretch>
        </p:blipFill>
        <p:spPr>
          <a:xfrm>
            <a:off x="609600" y="2746246"/>
            <a:ext cx="4675632" cy="3502153"/>
          </a:xfrm>
        </p:spPr>
      </p:pic>
      <p:sp>
        <p:nvSpPr>
          <p:cNvPr id="7" name="Content Placeholder 6">
            <a:extLst>
              <a:ext uri="{FF2B5EF4-FFF2-40B4-BE49-F238E27FC236}">
                <a16:creationId xmlns:a16="http://schemas.microsoft.com/office/drawing/2014/main" id="{862EBCE3-AA31-4DFD-8580-AEC8C9686BF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12502" y="1371600"/>
            <a:ext cx="5869899" cy="4876800"/>
          </a:xfrm>
        </p:spPr>
        <p:txBody>
          <a:bodyPr>
            <a:normAutofit/>
          </a:bodyPr>
          <a:lstStyle/>
          <a:p>
            <a:pPr marL="0" indent="0">
              <a:spcBef>
                <a:spcPts val="2500"/>
              </a:spcBef>
              <a:buFont typeface="Arial" panose="020B0604020202020204" pitchFamily="34" charset="0"/>
              <a:buNone/>
            </a:pPr>
            <a:r>
              <a:rPr lang="en-US" b="1"/>
              <a:t>Interatividade e Personalização</a:t>
            </a:r>
          </a:p>
          <a:p>
            <a:pPr marL="0" lvl="1" indent="0">
              <a:buFont typeface="Arial" panose="020B0604020202020204" pitchFamily="34" charset="0"/>
              <a:buNone/>
            </a:pPr>
            <a:r>
              <a:t>Ferramentas digitais permitem explorar frações de forma interativa e personalizada, ajustando visualmente partes da figura.</a:t>
            </a:r>
            <a:endParaRPr lang="en-US"/>
          </a:p>
          <a:p>
            <a:pPr marL="0" indent="0">
              <a:spcBef>
                <a:spcPts val="2500"/>
              </a:spcBef>
              <a:buFont typeface="Arial" panose="020B0604020202020204" pitchFamily="34" charset="0"/>
              <a:buNone/>
            </a:pPr>
            <a:r>
              <a:rPr lang="en-US" b="1"/>
              <a:t>Comparação e Investigação</a:t>
            </a:r>
          </a:p>
          <a:p>
            <a:pPr marL="0" lvl="1" indent="0">
              <a:buFont typeface="Arial" panose="020B0604020202020204" pitchFamily="34" charset="0"/>
              <a:buNone/>
            </a:pPr>
            <a:r>
              <a:t>Recursos tecnológicos facilitam comparar frações lado a lado, identificar padrões e testar hipóteses matemáticas.</a:t>
            </a:r>
            <a:endParaRPr lang="en-US"/>
          </a:p>
          <a:p>
            <a:pPr marL="0" indent="0">
              <a:spcBef>
                <a:spcPts val="2500"/>
              </a:spcBef>
              <a:buFont typeface="Arial" panose="020B0604020202020204" pitchFamily="34" charset="0"/>
              <a:buNone/>
            </a:pPr>
            <a:r>
              <a:rPr lang="en-US" b="1"/>
              <a:t>Apoio a Diferentes Ritmos de Aprendizagem</a:t>
            </a:r>
          </a:p>
          <a:p>
            <a:pPr marL="0" lvl="1" indent="0">
              <a:buFont typeface="Arial" panose="020B0604020202020204" pitchFamily="34" charset="0"/>
              <a:buNone/>
            </a:pPr>
            <a:r>
              <a:t>Alunos com dificuldades podem repetir atividades; alunos avançados exploram desafios extras com suporte digital.</a:t>
            </a:r>
            <a:endParaRPr lang="en-US"/>
          </a:p>
          <a:p>
            <a:pPr marL="0" indent="0">
              <a:spcBef>
                <a:spcPts val="2500"/>
              </a:spcBef>
              <a:buFont typeface="Arial" panose="020B0604020202020204" pitchFamily="34" charset="0"/>
              <a:buNone/>
            </a:pPr>
            <a:r>
              <a:rPr lang="en-US" b="1"/>
              <a:t>Importância da Orientação Pedagógica</a:t>
            </a:r>
          </a:p>
          <a:p>
            <a:pPr marL="0" lvl="1" indent="0">
              <a:buFont typeface="Arial" panose="020B0604020202020204" pitchFamily="34" charset="0"/>
              <a:buNone/>
            </a:pPr>
            <a:r>
              <a:t>Uso responsável dos recursos digitais requer orientação para manter foco, segurança e relevância no aprendizado.</a:t>
            </a:r>
            <a:endParaRPr lang="en-US"/>
          </a:p>
        </p:txBody>
      </p:sp>
    </p:spTree>
    <p:extLst>
      <p:ext uri="{BB962C8B-B14F-4D97-AF65-F5344CB8AC3E}">
        <p14:creationId xmlns:p14="http://schemas.microsoft.com/office/powerpoint/2010/main" val="40667415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05B7E-7730-6F7E-C4A8-32C20B0C1A12}"/>
              </a:ext>
            </a:extLst>
          </p:cNvPr>
          <p:cNvSpPr>
            <a:spLocks noGrp="1"/>
          </p:cNvSpPr>
          <p:nvPr>
            <p:ph type="title"/>
          </p:nvPr>
        </p:nvSpPr>
        <p:spPr>
          <a:xfrm>
            <a:off x="612646" y="1371600"/>
            <a:ext cx="7166187" cy="606886"/>
          </a:xfrm>
        </p:spPr>
        <p:txBody>
          <a:bodyPr anchor="t">
            <a:normAutofit/>
          </a:bodyPr>
          <a:lstStyle/>
          <a:p>
            <a:r>
              <a:rPr lang="en-US" sz="2000"/>
              <a:t>Comparação, Equivalência e Consolidação Conceitual</a:t>
            </a:r>
          </a:p>
        </p:txBody>
      </p:sp>
      <p:sp>
        <p:nvSpPr>
          <p:cNvPr id="3" name="Date Placeholder 2">
            <a:extLst>
              <a:ext uri="{FF2B5EF4-FFF2-40B4-BE49-F238E27FC236}">
                <a16:creationId xmlns:a16="http://schemas.microsoft.com/office/drawing/2014/main" id="{9C0AB487-906F-175A-4A09-0F846F436BEC}"/>
              </a:ext>
            </a:extLst>
          </p:cNvPr>
          <p:cNvSpPr>
            <a:spLocks noGrp="1"/>
          </p:cNvSpPr>
          <p:nvPr>
            <p:ph type="dt" sz="half" idx="15"/>
          </p:nvPr>
        </p:nvSpPr>
        <p:spPr>
          <a:xfrm>
            <a:off x="609600" y="322731"/>
            <a:ext cx="914400" cy="283464"/>
          </a:xfrm>
        </p:spPr>
        <p:txBody>
          <a:bodyPr anchor="ctr">
            <a:normAutofit/>
          </a:bodyPr>
          <a:lstStyle/>
          <a:p>
            <a:pPr rtl="0">
              <a:spcAft>
                <a:spcPts val="600"/>
              </a:spcAft>
            </a:pPr>
            <a:r>
              <a:rPr lang="en-US"/>
              <a:t>21/11/2025</a:t>
            </a:r>
          </a:p>
        </p:txBody>
      </p:sp>
      <p:sp>
        <p:nvSpPr>
          <p:cNvPr id="5" name="Slide Number Placeholder 4">
            <a:extLst>
              <a:ext uri="{FF2B5EF4-FFF2-40B4-BE49-F238E27FC236}">
                <a16:creationId xmlns:a16="http://schemas.microsoft.com/office/drawing/2014/main" id="{7640B372-3CFD-2C6F-6272-5BC7193E9147}"/>
              </a:ext>
            </a:extLst>
          </p:cNvPr>
          <p:cNvSpPr>
            <a:spLocks noGrp="1"/>
          </p:cNvSpPr>
          <p:nvPr>
            <p:ph type="sldNum" sz="quarter" idx="17"/>
          </p:nvPr>
        </p:nvSpPr>
        <p:spPr>
          <a:xfrm>
            <a:off x="10664953" y="322731"/>
            <a:ext cx="914400" cy="283464"/>
          </a:xfrm>
        </p:spPr>
        <p:txBody>
          <a:bodyPr anchor="ctr">
            <a:normAutofit/>
          </a:bodyPr>
          <a:lstStyle/>
          <a:p>
            <a:pPr rtl="0">
              <a:spcAft>
                <a:spcPts val="600"/>
              </a:spcAft>
            </a:pPr>
            <a:fld id="{AEAA3239-9EA4-4A65-A281-97F994456D9F}" type="slidenum">
              <a:rPr lang="en-US" smtClean="0"/>
              <a:pPr rtl="0">
                <a:spcAft>
                  <a:spcPts val="600"/>
                </a:spcAft>
              </a:pPr>
              <a:t>8</a:t>
            </a:fld>
            <a:endParaRPr lang="en-US"/>
          </a:p>
        </p:txBody>
      </p:sp>
      <p:sp>
        <p:nvSpPr>
          <p:cNvPr id="7" name="Content Placeholder 6">
            <a:extLst>
              <a:ext uri="{FF2B5EF4-FFF2-40B4-BE49-F238E27FC236}">
                <a16:creationId xmlns:a16="http://schemas.microsoft.com/office/drawing/2014/main" id="{E736071C-5ABD-2808-32FA-FEBBECBEA87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Comparação Visual de Frações</a:t>
            </a:r>
          </a:p>
          <a:p>
            <a:pPr marL="0" lvl="1" indent="0">
              <a:lnSpc>
                <a:spcPct val="110000"/>
              </a:lnSpc>
              <a:buFont typeface="Arial" panose="020B0604020202020204" pitchFamily="34" charset="0"/>
              <a:buNone/>
            </a:pPr>
            <a:r>
              <a:rPr lang="en-US" sz="1200"/>
              <a:t>Representações visuais ajudam a perceber frações maiores, menores ou equivalentes intuitivamente, sem cálculos formais.</a:t>
            </a:r>
          </a:p>
          <a:p>
            <a:pPr marL="0" indent="0">
              <a:lnSpc>
                <a:spcPct val="110000"/>
              </a:lnSpc>
              <a:spcBef>
                <a:spcPts val="2500"/>
              </a:spcBef>
              <a:buFont typeface="Arial" panose="020B0604020202020204" pitchFamily="34" charset="0"/>
              <a:buNone/>
            </a:pPr>
            <a:r>
              <a:rPr lang="en-US" sz="1200" b="1"/>
              <a:t>Entendimento de Equivalências</a:t>
            </a:r>
          </a:p>
          <a:p>
            <a:pPr marL="0" lvl="1" indent="0">
              <a:lnSpc>
                <a:spcPct val="110000"/>
              </a:lnSpc>
              <a:buFont typeface="Arial" panose="020B0604020202020204" pitchFamily="34" charset="0"/>
              <a:buNone/>
            </a:pPr>
            <a:r>
              <a:rPr lang="en-US" sz="1200"/>
              <a:t>Equivalências como 1/2 e 2/4 ficam evidentes ao comparar representações que ocupam a mesma proporção do todo.</a:t>
            </a:r>
          </a:p>
          <a:p>
            <a:pPr marL="0" indent="0">
              <a:lnSpc>
                <a:spcPct val="110000"/>
              </a:lnSpc>
              <a:spcBef>
                <a:spcPts val="2500"/>
              </a:spcBef>
              <a:buFont typeface="Arial" panose="020B0604020202020204" pitchFamily="34" charset="0"/>
              <a:buNone/>
            </a:pPr>
            <a:r>
              <a:rPr lang="en-US" sz="1200" b="1"/>
              <a:t>Consolidação por Repetição Variada</a:t>
            </a:r>
          </a:p>
          <a:p>
            <a:pPr marL="0" lvl="1" indent="0">
              <a:lnSpc>
                <a:spcPct val="110000"/>
              </a:lnSpc>
              <a:buFont typeface="Arial" panose="020B0604020202020204" pitchFamily="34" charset="0"/>
              <a:buNone/>
            </a:pPr>
            <a:r>
              <a:rPr lang="en-US" sz="1200"/>
              <a:t>Repetir comparações com pizzas, barras e objetos fortalece o entendimento e prepara para desafios matemáticos futuros.</a:t>
            </a:r>
          </a:p>
          <a:p>
            <a:pPr marL="0" indent="0">
              <a:lnSpc>
                <a:spcPct val="110000"/>
              </a:lnSpc>
              <a:spcBef>
                <a:spcPts val="2500"/>
              </a:spcBef>
              <a:buFont typeface="Arial" panose="020B0604020202020204" pitchFamily="34" charset="0"/>
              <a:buNone/>
            </a:pPr>
            <a:r>
              <a:rPr lang="en-US" sz="1200" b="1"/>
              <a:t>Desenvolvimento de Competências Matemáticas</a:t>
            </a:r>
          </a:p>
          <a:p>
            <a:pPr marL="0" lvl="1" indent="0">
              <a:lnSpc>
                <a:spcPct val="110000"/>
              </a:lnSpc>
              <a:buFont typeface="Arial" panose="020B0604020202020204" pitchFamily="34" charset="0"/>
              <a:buNone/>
            </a:pPr>
            <a:r>
              <a:rPr lang="en-US" sz="1200"/>
              <a:t>Estratégias visuais, simbólicas e digitais promovem pensamento lógico e autonomia acadêmica nos estudantes.</a:t>
            </a:r>
          </a:p>
        </p:txBody>
      </p:sp>
      <p:pic>
        <p:nvPicPr>
          <p:cNvPr id="8" name="Content Placeholder 7" descr="Gráfico de pizza pastel 3D">
            <a:extLst>
              <a:ext uri="{FF2B5EF4-FFF2-40B4-BE49-F238E27FC236}">
                <a16:creationId xmlns:a16="http://schemas.microsoft.com/office/drawing/2014/main" id="{401F9338-3A9F-4543-9282-D3371237EBF9}"/>
              </a:ext>
            </a:extLst>
          </p:cNvPr>
          <p:cNvPicPr>
            <a:picLocks noGrp="1" noChangeAspect="1"/>
          </p:cNvPicPr>
          <p:nvPr>
            <p:ph type="pic" sz="quarter" idx="13"/>
          </p:nvPr>
        </p:nvPicPr>
        <p:blipFill>
          <a:blip r:embed="rId3"/>
          <a:srcRect l="24207" r="26793" b="-1"/>
          <a:stretch>
            <a:fillRect/>
          </a:stretch>
        </p:blipFill>
        <p:spPr>
          <a:xfrm>
            <a:off x="8165593" y="1373529"/>
            <a:ext cx="3413760" cy="4876800"/>
          </a:xfrm>
        </p:spPr>
      </p:pic>
    </p:spTree>
    <p:extLst>
      <p:ext uri="{BB962C8B-B14F-4D97-AF65-F5344CB8AC3E}">
        <p14:creationId xmlns:p14="http://schemas.microsoft.com/office/powerpoint/2010/main" val="21582662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Monocromático preto">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77">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Art Copilot_win32_v2" id="{C4441793-7F42-4E6F-AB6E-2BF31AF6ECEE}" vid="{417A8EDD-AC54-49AE-B230-98EE57C8027B}"/>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99ED26-B189-4BA1-99D0-1112D8C2F1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3766CE19-BB35-48A2-AFDA-766E833300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6010</TotalTime>
  <Words>2512</Words>
  <Application>Microsoft Office PowerPoint</Application>
  <PresentationFormat>Widescreen</PresentationFormat>
  <Paragraphs>89</Paragraphs>
  <Slides>8</Slides>
  <Notes>8</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8</vt:i4>
      </vt:variant>
    </vt:vector>
  </HeadingPairs>
  <TitlesOfParts>
    <vt:vector size="12" baseType="lpstr">
      <vt:lpstr>Aptos</vt:lpstr>
      <vt:lpstr>Arial</vt:lpstr>
      <vt:lpstr>Neue Haas Grotesk Text Pro</vt:lpstr>
      <vt:lpstr>Monocromático preto</vt:lpstr>
      <vt:lpstr>Fração e Representações Visuais</vt:lpstr>
      <vt:lpstr>Fundamentos de Frações e Representações Visuais</vt:lpstr>
      <vt:lpstr>Conceito de Fração e sua Relevância no Cotidiano</vt:lpstr>
      <vt:lpstr>Numerador, Denominador e Representação Simbólica</vt:lpstr>
      <vt:lpstr>Representações Visuais e Construção do Significado Matemático</vt:lpstr>
      <vt:lpstr>Atividades Práticas e Colaborativas com Frações</vt:lpstr>
      <vt:lpstr>Recursos Digitais e Visualização Dinâmica de Frações</vt:lpstr>
      <vt:lpstr>Comparação, Equivalência e Consolidação Conceitual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Evelyn Cid</cp:lastModifiedBy>
  <cp:revision>4</cp:revision>
  <dcterms:created xsi:type="dcterms:W3CDTF">2025-05-21T23:03:00Z</dcterms:created>
  <dcterms:modified xsi:type="dcterms:W3CDTF">2026-02-01T01:54:33Z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